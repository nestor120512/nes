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de apertura. Mujer de 56 anos con poliartralgia de manos de 8 semanas, rigidez matutina de una hora, tumefaccion de MCF y dificultad para cerrar el puno, con antecedente familiar de artritis. Es la duda cotidiana: ¿artrosis de la edad o artritis reumatoide? Planteamos la pregunta y la resolveremos al final recorriendo las cinco pistas.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no se limita a las manos. Afecta otras articulaciones: grandes (hombros, codos, rodillas, tobillos), los pies (MTF, con frecuencia precoz) y la columna cervical (subluxacion atloaxoidea C1-C2), respetando la columna dorsolumbar. Y es sistemica: enfermedad pulmonar intersticial y nodulos pulmonares, manifestaciones oculares (ojo seco por Sjogren secundario, escleritis), aumento del riesgo cardiovascular, nodulos reumatoides, anemia de enfermedad cronica y sindrome de Felty, y vasculitis reumatoide. Por eso el diagnostico y tratamiento tempranos importan mas alla de la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 EULAR de artralgia sospechosa de progresar a AR (van Steenbergen 2017): siete parametros clinicos -inicio reciente menor de un ano, sintomas en MCF, rigidez matutina de 60 minutos o mas, sintomas mas intensos a primera hora de la manana, familiar de primer grado con AR, dificultad para cerrar el puno y squeeze test de MCF positivo-. El umbral clinico recomendado es tener tres o mas parametros, que prioriza la sensibilidad (area bajo la curva 0,92); es una herramienta para apoyar el juicio del reumatologo sobre una AR inminente, no para sustituirlo, y ayuda a identificar a quien vigilar y derivar de forma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diagnostico diferencial de una poliartralgia es mas amplio que AR frente a artrosis. Considera artritis psoriasica (dactilitis, entesitis, afectacion de IFD y unas, psoriasis), gota o enfermedad por cristales de pirofosfato -CPPD- (monoartritis aguda, confirmable con liquido sinovial), artritis virales (parvovirus B19, chikungunya; autolimitadas), polimialgia reumatica (mayores de 50, dolor de cinturas, VSG y PCR muy elevadas), lupus y otras conectivopatias (artritis no erosiva, ANA, afectacion de otros organos) y, como urgencia que no se puede pasar por alto, la artritis septica (monoartritis caliente que obliga a artrocentesis). Reconocerlas cambia el tratamiento y la urgencia.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Replantear la artrosis segun Tang 2025 (Nature Reviews Disease Primers): no es un simple desgaste por la edad, sino una enfermedad activa y heterogenea que afecta a toda la articulacion -hueso, cartilago, sinovial, grasa de Hoffa, ligamentos y musculo-. Hay remodelacion activa (degradacion del cartilago y remodelado oseo con osteofitos), inflamacion (sinovitis, fibrosis y vascularizacion del fat pad, mediada por IL-1 y TNF de bajo grado) y un componente de dolor neurobiologico (sensibilizacion mecanica y neuroplasticidad); con frecuencia la inicia un trauma articular. Estan en desarrollo criterios de artrosis precoz, cuando las intervenciones podrian restaurar la homeostasis articular, y farmacos modificadores de la enfermedad (DMOAD).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define la ruta. Si es AR: derivar temprano (ventana de oportunidad menor de 12 semanas), tratar por objetivo hasta la remision o baja actividad, con FAME -metotrexato de primera linea-, porque frenar la inflamacion evita la erosion irreversible. Si es artrosis: manejo activo, nunca "no hay nada que hacer"; primera linea no farmacologica (ejercicio, control de peso, educacion), AINE topicos u orales para el dolor evitando la inmunosupresion, y cirugia de reemplazo reservada a la enfermedad avanzada. El diagnostico correcto evita tanto el retraso terapeutico como el sobretratamiento.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Resolucion del caso. Las cinco pistas convergen: el dolor es inflamatorio (rigidez matutina de una hora), la distribucion es de AR (MCF e IFP simetricas que respetan la IFD), el examen muestra tumefaccion blanda con squeeze positivo (sinovitis), el laboratorio da anti-CCP positivo (muy probable AR) y la ecografia confirma sinovitis con senal Doppler (inflamacion activa). La respuesta a la pregunta es si: artritis reumatoide temprana. Hay que derivar hoy, porque la ventana de oportunidad esta abierta.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artritis inflamatoria de la artrosis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de todos los días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52120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603504" cy="60350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209" y="1626169"/>
            <a:ext cx="313822" cy="31382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de 56 años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402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y rigidez en ambas manos desde hace 8 semanas.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de alrededor de 1 hora.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Nudillos (MCF) tumefactos; le cuesta cerrar el puño.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madre “tiene artritis”. Sin psoriasis ni fiebre.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1280160"/>
            <a:ext cx="2834640" cy="30632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35040" y="1481328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714" y="161300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675120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035040" y="21945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artrosis “de la edad”… o es artritis reumatoide?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035040" y="34290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el caso: lo resolveremos al final con las 5 pistas.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una artritis inflamatoria (AR) o una artrosis.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activa de toda la articulación, la más frecuente (no simple “desgaste”).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autoinmune: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≈ 595 millones de personas (7,6 % mundial, 2020); la rodilla, la más afectada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autoinmune; activa y heterogénea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 (cartílago, hueso, sinovial)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sinovitis frente a remodelación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marginal = AR · remodelación ósea (osteofitos, esclerosis) = artrosis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NO ES SOLO MANOS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enfermedad sistémica, no solo articular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manos son la vitrina, pero la AR afecta muchas articulaciones y otros órganos.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articulaciones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Grandes: hombros, codos, rodillas y tobillos.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(MTF), a menudo precoz.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cervical (C1–C2): subluxación atloaxoidea.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 columna dorsolumbar.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articulación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276856"/>
            <a:ext cx="347472" cy="34747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1153" y="2360249"/>
            <a:ext cx="180685" cy="1806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58384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Pulmón: EPID y nódulos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84848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76288" y="2276856"/>
            <a:ext cx="347472" cy="34747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81" y="2360249"/>
            <a:ext cx="180685" cy="1806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96912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ojo seco y escleritis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846320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37760" y="2990088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153" y="3073481"/>
            <a:ext cx="180685" cy="1806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358384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cardiovascular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76288" y="2990088"/>
            <a:ext cx="347472" cy="34747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9681" y="3073481"/>
            <a:ext cx="180685" cy="1806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96912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846320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37760" y="3703320"/>
            <a:ext cx="347472" cy="34747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153" y="3786713"/>
            <a:ext cx="180685" cy="18068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358384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Anemia; síndrome de Felty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784848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876288" y="3703320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681" y="37867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96912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Vasculitis reumatoide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SEA 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Artralgia sospechosa de AR (definición EULAR)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parámetros que señalan una artralgia con riesgo de progresar a AR, antes de la artritis establecida.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articulares de inicio reciente (&lt; 1 año)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231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localizados en articulaciones MCF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≥ 60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8231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más intensos a primera hora de la mañana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de primer grado con 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8231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8231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para cerrar el puño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6072" y="338328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3291840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 positivo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18304" y="3291840"/>
            <a:ext cx="3913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7 = artralgia sospechosa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57200" y="4041648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4041648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clínico ≥ 3: prioriza la sensibilidad (AUC 0,92); apoya —no sustituye— el juicio del reumatólogo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AMPLIO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 no es ni AR ni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una poliartralgia, piensa en todo el espectro: otras causas cambian el tratamiento y la urgencia.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" y="17373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8580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88720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psoriásica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Dactilitis, entesitis, IFD y uñas; psoriasis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64408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10712" y="17373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858061"/>
            <a:ext cx="261518" cy="26151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995928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Gota / CPPD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410712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Monoartritis aguda por cristales; líquido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71616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85806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03136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viral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Parvovirus B19, chikungunya; autolimitada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03504" y="31089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229661"/>
            <a:ext cx="261518" cy="26151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188720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Polimialgia reumática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603504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 años, cinturas, VSG/PCR muy altas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264408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10712" y="310896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229661"/>
            <a:ext cx="261518" cy="26151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995928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/ conectivopatías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3410712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no erosiva; ANA, otros órganos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071616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229661"/>
            <a:ext cx="261518" cy="2615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03136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séptica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6217920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Monoartritis caliente: urgencia, artrocentesis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REPLANTEAR LA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es solo “desgaste”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enfermedad activa y heterogénea de toda la articulación, no un desgaste pasivo por la edad.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4420" y="1783080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039" y="193669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3891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Hueso, cartílago, sinovial, grasa de Hoffa, ligamentos y músculo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75865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93085" y="17830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93669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57577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activa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2667305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Degradación del cartílago y remodelado óseo con osteofitos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69453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311750" y="17830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369" y="193669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67624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Inflamación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478597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fibrosis y vascularización; IL-1 y TNF de bajo grado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13194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430414" y="178308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34" y="193669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794906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y sensibilización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6904634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mecánica y neuroplasticidad; suele iniciarla un trauma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57200" y="4096512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12064" y="4096512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desarrollo: criterios de artrosis precoz y fármacos modificadores (DMOAD)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no de rutina: radiografía sólo en presentación atípica.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 descartar: pseudogota, tendinopatía o artritis inflamatoria.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cartílago y el hueso dañados pierden su homeostasis.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autoinmune, activa y heterogénea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DIAGNÓSTICO A LA ACCIÓN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cambia la respuesta?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85216" cy="58521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820" y="1621780"/>
            <a:ext cx="304312" cy="3043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AR</a:t>
            </a:r>
            <a:endParaRPr lang="en-US" sz="17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a reumatología (ventana &lt; 12 semanas).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por objetivo (treat-to-target): remisión.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FAME: metotrexato de primera línea.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Frenar la inflamación evita la erosión irreversible.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85216" cy="58521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060" y="1621780"/>
            <a:ext cx="304312" cy="30431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artrosis</a:t>
            </a:r>
            <a:endParaRPr lang="en-US" sz="175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activo, no “no hay nada que hacer”.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línea: ejercicio, control de peso y educación.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Dolor: AINE tópicos u orales; evitar inmunosupresión.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(prótesis) sólo en enfermedad avanzada.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CASO, RESUELTO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mujer de 56 años, pista a pista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362456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624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de ~1 hora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06440" y="1508760"/>
            <a:ext cx="274320" cy="914"/>
          </a:xfrm>
          <a:prstGeom prst="line">
            <a:avLst/>
          </a:prstGeom>
          <a:noFill/>
          <a:ln w="25400">
            <a:solidFill>
              <a:srgbClr val="F2546B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inflamatorio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1883664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188366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8013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e IFP, simétrico; respeta IFD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06440" y="2029968"/>
            <a:ext cx="274320" cy="914"/>
          </a:xfrm>
          <a:prstGeom prst="line">
            <a:avLst/>
          </a:prstGeom>
          <a:noFill/>
          <a:ln w="25400">
            <a:solidFill>
              <a:srgbClr val="F2B4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17920" y="1801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32257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04872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04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2322576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blanda; squeeze +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06440" y="2551176"/>
            <a:ext cx="274320" cy="91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217920" y="232257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284378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2926080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2926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2843784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positivo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06440" y="3072384"/>
            <a:ext cx="274320" cy="914"/>
          </a:xfrm>
          <a:prstGeom prst="line">
            <a:avLst/>
          </a:prstGeom>
          <a:noFill/>
          <a:ln w="25400">
            <a:solidFill>
              <a:srgbClr val="4CC9F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217920" y="28437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probable 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6499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47288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4472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33649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Ecografía: sinovitis con Doppler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06440" y="3593592"/>
            <a:ext cx="274320" cy="914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17920" y="33649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Inflamación activa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393192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" y="3931920"/>
            <a:ext cx="8119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Sí: es artritis reumatoide temprana → deriva hoy, la ventana está abierta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2026-10-19T09:04:22Z</dcterms:created>
  <dcterms:modified xsi:type="dcterms:W3CDTF">2026-10-19T09:04:22Z</dcterms:modified>
</cp:coreProperties>
</file>