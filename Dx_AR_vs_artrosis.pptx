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Anti-CCP</c:v>
                </c:pt>
              </c:strCache>
            </c:strRef>
          </c:tx>
          <c:spPr>
            <a:solidFill>
              <a:srgbClr val="4CC9F0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</c:v>
                </c:pt>
              </c:strCache>
            </c:strRef>
          </c:tx>
          <c:spPr>
            <a:solidFill>
              <a:srgbClr val="F2B4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418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C4CC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4182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La charla gira en torno a una pregunta clinica cotidiana: ante unas manos que duelen, ¿es o no es artritis reumatoide? Motivo visual original: articulacion inflamada (roja) frente a degenerativa (dorada).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Ruta de la charla: cinco pistas clinicas -el dolor, la mano, el examen, el laboratorio y la imagen- que, integradas, responden si estamos ante una artritis reumatoide inflamatoria o ante artrosis degenerativa.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Distinguirlas importa: la AR tiene ventana de oportunidad y requiere derivacion y tratamiento temprano; la artrosis es degenerativa y su manejo es sintomatico. Confundirlas lleva a retraso terapeutico o a inmunosupresion innecesaria. Epidemiologia: AR 0,5-1% de adultos; artrosis mas de 240 millones y primera causa de limitacion.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AR: autoinmune inflamatoria sistemica que ataca la sinovial. Artrosis: degenerativa del cartilago y hueso subcondral. Difieren en diana, edad, sexo y curso. La edad: la AR puede aparecer a cualquier edad y la artrosis sube con la edad pero no es exclusiva de ancianos.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AR, una respuesta autoinmune (FR, anti-CCP frente a proteinas citrulinadas) genera un pannus sinovial que erosiona el hueso en los margenes, con pinzamiento uniforme y sin osteofitos. En la artrosis, el cartilago falla por sobrecarga y el hueso se remodela: osteofitos, esclerosis subcondral y pinzamiento asimetrico, sin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primera pista es el patron del dolor. Inflamatorio (peor en reposo y de madrugada, mejora con el movimiento, rigidez matutina prolongada, sintomas generales) apunta a AR; mecanico (peor con el uso, mejora con el reposo, rigidez breve de arranque) apunta a artrosis. La duracion de la rigidez matutina es un dato que vale 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 la mano, la pista mas util. La AR compromete metacarpofalangicas (MCF), interfalangicas proximales (IFP) y munecas de forma simetrica, y respeta las interfalangicas distales (IFD). La artrosis afecta IFD (nodulos de Heberden), IFP (Bouchard) y la base del pulgar (rizartrosis, CMC1). El compromiso de IFD orienta a artrosis, no a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alla de la mano: la AR afecta pequenas articulaciones (MCF, IFP, munecas, MTF) de forma simetrica y respeta IFD, y deja deformidades como desviacion cubital, cuello de cisne, boutonniere y nodulos reumatoides. La artrosis afecta IFD/IFP/base del pulgar y las grandes de carga (rodilla, cadera, columna), con nodulos duros de Heberden y Bouchard y rizartrosis.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 no se limita a las manos. Afecta otras articulaciones: grandes (hombros, codos, rodillas, tobillos), los pies (MTF, con frecuencia precoz) y la columna cervical (subluxacion atloaxoidea C1-C2), respetando la columna dorsolumbar. Y es sistemica: enfermedad pulmonar intersticial y nodulos pulmonares, manifestaciones oculares (ojo seco por Sjogren secundario, escleritis), aumento del riesgo cardiovascular, nodulos reumatoides, anemia de enfermedad cronica y sindrome de Felty, y vasculitis reumatoide. Por eso el diagnostico y tratamiento tempranos importan mas alla de la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palpacion, la sinovitis de la AR se siente blanda, esponjosa, caliente y dolorosa, con squeeze test de MCF/MTF positivo; la artrosis da un aumento oseo duro con crepitacion y sin calor. Calor y rubor y un squeeze positivo apuntan a AR; la crepitacion es tipica de artrosis. El tacto distingue: blando y caliente es inflamacion, duro y frio es hueso.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sospechas AR pide FR, anti-CCP, VSG y PCR; en artrosis tipica no hay marcador y pedir serologias de rutina genera falsos positivos. Interpretacion: un anti-CCP positivo con clinica compatible hace muy probable la AR; un negativo no la descarta (hasta un tercio son seronegativas); un FR aislado puede verse en sanos, infecciones o con la edad; la serologia modifica la probabilidad, no diagnostica por si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Metaanalisis de Nishimura 2007: anti-CCP sensibilidad 67% y especificidad 95%; FR sensibilidad 69% y especificidad 85%. La razon de verosimilitud positiva del anti-CCP es cercana a 12,5: un positivo eleva mucho la probabilidad de AR, pero un negativo no la descarta. Ademas, los ACPA pueden preceder anos a los sintomas.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radiografia, la AR muestra erosiones marginales, osteopenia yuxtaarticular y pinzamiento uniforme, sin osteofitos; la artrosis muestra osteofitos, esclerosis subcondral, quistes y pinzamiento asimetrico, sin erosiones. La ecografia con Doppler y la resonancia detectan sinovitis y erosiones precoces antes que la radiografia y ayudan cuando el examen deja dudas.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de clasificacion ACR/EULAR 2010 puntuan cuatro dominios: articulaciones (0-5), serologia FR/ACPA (0-3), reactantes PCR/VSG (0-1) y duracion (0-1); seis o mas de diez clasifican como AR. Pero clasificar no es diagnosticar: la entrada obligatoria es al menos una articulacion con sinovitis clinica sin mejor explicacion, pueden no cumplirse en la AR muy temprana, y hay que excluir imitadores (artrosis, psoriasica, gota, septica, viral). El juicio clinico 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Definicion EULAR de artralgia sospechosa de progresar a AR (van Steenbergen 2017): siete parametros clinicos -inicio reciente menor de un ano, sintomas en MCF, rigidez matutina de 60 minutos o mas, sintomas mas intensos a primera hora de la manana, familiar de primer grado con AR, dificultad para cerrar el puno y squeeze test de MCF positivo-. El umbral clinico recomendado es tener tres o mas parametros, que prioriza la sensibilidad (area bajo la curva 0,92); es una herramienta para apoyar el juicio del reumatologo sobre una AR inminente, no para sustituirlo, y ayuda a identificar a quien vigilar y derivar de forma temprana.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se diagnostica clinicamente: en mayores de 45 anos con dolor mecanico y rigidez breve, el diagnostico es clinico sin imagen (NICE). La radiografia confirma y gradua (Kellgren-Lawrence 0-4); el laboratorio solo sirve para excluir causas inflamatorias; la imagen avanzada no es de rutina.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Dell Isola 2016 describe seis fenotipos de artrosis de rodilla: dolor cronico con sensibilizacion central, inflamatorio, metabolico, oseo-cartilaginoso, mecanico y enfermedad articular minima. Reconocerlos orienta pronostico y tratamiento, aunque se solapan (Deveza 2019).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no es solo desgaste: cursa con sinovitis de bajo grado mediada por IL-1 y TNF, visible en ecografia y RM; existe la artrosis erosiva de manos (erosiones centrales en IFD/IFP con brotes); y sobre una articulacion artrosica pueden depositarse cristales (CPPD, gota). Si una artrosis se inflama mucho, pensar en cristales o AR asociada.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se encadenan. La AR, por su inflamacion cronica, dana cartilago y hueso y deja artrosis secundaria. A la inversa, la artrosis cursa con sinovitis de bajo grado y predispone al deposito de cristales (CPPD, gota) que desencadenan artritis aguda sobreanadida. Pueden coexistir en el mismo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del diagnostico diferencial AR vs artrosis: tipo, dolor, rigidez, manos, tumefaccion, laboratorio, radiografia y conducta.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respuesta practica: deriva pronto si hay sinovitis en una o mas articulaciones (MCF, IFP, muneca), rigidez matutina prolongada, compromiso simetrico, squeeze test positivo, FR o anti-CCP positivos, o persistencia mayor de seis semanas. Evita los errores clasicos: pedir serologias en artrosis tipica, descartar AR por serologia negativa, atribuir a artrosis una sinovitis de MCF y esperar erosiones para derivar.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mensajes clave para responder si es o no es artritis reumatoide.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La respuesta a la pregunta esta en integrar el patron clinico; distinguir a tiempo cambia el pronostico.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Bibliografia completa en formato Vancouver.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DIFERENCIAL CON ARTROSIS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9844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84832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25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reumatoide?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303580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la inflamación del desgaste con la evidencia en la mano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76656" y="3767328"/>
            <a:ext cx="82296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395020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44074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III · Medicina Interna · Universidad Libre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pistas para responderla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155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dolor y tumefacción en las manos, estas cinco pistas inclinan la balanza hacia inflamación (AR) o desgaste (artrosis).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84048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901952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6" y="2033626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84048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56616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084832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96896" y="1901952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8570" y="203362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084832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057400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3785616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7680" y="1901952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354" y="2033626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85616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3758184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examen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486400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98464" y="1901952"/>
            <a:ext cx="548640" cy="54864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0138" y="2033626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86400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458968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laboratorio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187184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699248" y="1901952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922" y="2033626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187184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159752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384048" y="3931920"/>
            <a:ext cx="8375904" cy="502920"/>
          </a:xfrm>
          <a:prstGeom prst="roundRect">
            <a:avLst>
              <a:gd name="adj" fmla="val 181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38912" y="3931920"/>
            <a:ext cx="8266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casi nunca está en una sola prueba: es el patrón el que decide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lo mismo: cambia la urgencia y el tratamiento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621792" cy="62179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310" y="1612270"/>
            <a:ext cx="323332" cy="3233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y autoinmune: hay ventana de oportunidad.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tratamiento pronto erosiona y deforma de forma irreversible.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temprano a reumatología cambia el pronóstico.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46320" y="1463040"/>
            <a:ext cx="621792" cy="62179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550" y="1612270"/>
            <a:ext cx="323332" cy="3233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y mecánica: la enfermedad articular más frecuente.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sintomático; no requiere inmunosupresión.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Sobrediagnosticar AR expone a tratamientos innecesarios.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≈ 0,5–1 % de adultos · Artrosis &gt; 240 millones de personas y 1.ª causa de limitación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distintas de raíz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7922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Autoinmune inflamatoria sistémica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79222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 del cartílago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9152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915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3591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(sinovitis, pannus)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235915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Cartílago y hueso subcondral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2608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típica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92608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 años; a cualquier edad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292608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con la edad; también más jóvenes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493008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930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3493008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2–3 : 1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49300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(manos y rodilla)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059936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05993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743200" y="4059936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Subagudo (semanas-meses)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760720" y="405993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Insidioso (años)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por dentro: inflamación frente a desgaste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46304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292608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4480" y="239572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2546B">
              <a:alpha val="55000"/>
            </a:srgbClr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08760" y="224028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97180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Pannus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sinovial + erosiones · pinzamiento uniforme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2971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2944368"/>
            <a:ext cx="1828800" cy="0"/>
          </a:xfrm>
          <a:prstGeom prst="line">
            <a:avLst/>
          </a:prstGeom>
          <a:noFill/>
          <a:ln w="38100">
            <a:solidFill>
              <a:srgbClr val="F2B4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59552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4384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esclerosis · pinzamiento asimétrico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erosión = inflamación (AR) · osteofito = degeneración (artrosis)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1 · EL DOLOR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inflamatorio frente a dolor mecánico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3444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3444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(AR)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234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(artrosis)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2821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72821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en reposo y de madrugada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172821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con el uso y al final del día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0008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00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movimiento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350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al “desentumecer”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23500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Empeora; mejora con el reposo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71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9718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29718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593592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5935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generales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359359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malestar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5935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siempre: ¿cuánto dura la rigidez al levantarse? &gt; 30–60 min inclina hacia 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 la mano: el patrón que delata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070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201625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627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53896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53896" y="1950964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53896" y="150949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393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0512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10512" y="1989369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1578986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7128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67128" y="209306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67128" y="1766621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2770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310896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" y="350215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3444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759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2763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4767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65760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1246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49040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49040" y="20162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49040" y="1627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05656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05656" y="1950964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05656" y="150949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2569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62272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62272" y="1989369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62272" y="1578986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8231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18888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18888" y="209306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18888" y="1766621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7355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19272" y="2770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19272" y="310896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9272" y="35021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8620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5935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27939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9943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10896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5943600" y="1325880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26480" y="1536192"/>
            <a:ext cx="237744" cy="23774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46520" y="14813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AR: MCF, IFP y muñecas (simétrico)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6126480" y="219456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446520" y="21031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IFD, IFP y base del pulgar (CMC1)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126480" y="2926080"/>
            <a:ext cx="237744" cy="237744"/>
          </a:xfrm>
          <a:prstGeom prst="ellipse">
            <a:avLst/>
          </a:prstGeom>
          <a:solidFill>
            <a:srgbClr val="CFD6E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46520" y="28712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Habitualmente respetada</a:t>
            </a:r>
            <a:endParaRPr lang="en-US" sz="1250" dirty="0"/>
          </a:p>
        </p:txBody>
      </p:sp>
      <p:sp>
        <p:nvSpPr>
          <p:cNvPr id="66" name="Text 64"/>
          <p:cNvSpPr txBox="1"/>
          <p:nvPr/>
        </p:nvSpPr>
        <p:spPr>
          <a:xfrm>
            <a:off x="612648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IFD casi nunca se afecta en AR: su compromiso apunta a artrosis (o psoriásica).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pega y qué deja: articulaciones y deformidades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MCF, IFP, muñecas y MTF del pie.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 y poliarticular; respeta IFD.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desviación cubital, cuello de cisne, boutonnière.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 subcutáneos en zonas de presión.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IFD, IFP y base del pulgar en manos.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de carga: rodilla y cadera; columna.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nódulos de Heberden (IFD) y Bouchard (IFP).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Rizartrosis: base del pulgar “cuadrada”.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NO ES SOLO MANOS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enfermedad sistémica, no solo articular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5214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manos son la vitrina, pero la AR afecta muchas articulaciones y otros órganos.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articulaciones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21408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Grandes: hombros, codos, rodillas y tobillos.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Pies: metatarsofalángicas (MTF), a menudo precoz.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cervical (C1–C2): subluxación atloaxoidea.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Respeta la columna dorsolumbar.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la articulación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4846320" y="2139696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37760" y="2276856"/>
            <a:ext cx="347472" cy="347472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1153" y="2360249"/>
            <a:ext cx="180685" cy="1806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358384" y="2139696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Pulmón: EPID y nódulos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784848" y="2139696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76288" y="2276856"/>
            <a:ext cx="347472" cy="34747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9681" y="2360249"/>
            <a:ext cx="180685" cy="18068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96912" y="2139696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ojo seco y escleritis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846320" y="2852928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937760" y="2990088"/>
            <a:ext cx="347472" cy="34747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153" y="3073481"/>
            <a:ext cx="180685" cy="18068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358384" y="2852928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cardiovascular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852928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876288" y="2990088"/>
            <a:ext cx="347472" cy="34747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9681" y="3073481"/>
            <a:ext cx="180685" cy="18068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296912" y="2852928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846320" y="3566160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937760" y="3703320"/>
            <a:ext cx="347472" cy="34747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1153" y="3786713"/>
            <a:ext cx="180685" cy="18068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358384" y="356616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Anemia; síndrome de Felty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6784848" y="3566160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876288" y="3703320"/>
            <a:ext cx="347472" cy="34747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9681" y="3786713"/>
            <a:ext cx="180685" cy="18068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96912" y="356616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Vasculitis reumatoide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3 · EL EXAMEN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dicen las manos al tacto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481328"/>
            <a:ext cx="566928" cy="566928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431" y="1617391"/>
            <a:ext cx="294803" cy="29480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(sinovitis)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Esponjosa y fluctuante; caliente, a veces roja.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 la compresión; squeeze test MCF/MTF positivo.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481328"/>
            <a:ext cx="566928" cy="56692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71" y="1617391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(ósea)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óseo “como hueso” (osteofitos/nódulos).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caliente; crepitación al movilizar.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 y rubor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264408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264408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Crepitación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264408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Artrosis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071616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71616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+ MCF/MTF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6071616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y cómo interpretarlo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si sospechas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reumatoide (FR).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/ ACPA (más específico).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VSG y PCR (actividad inflamatoria).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artrosis típica no hay marcador: diagnóstico clínico-radiológico.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interpretarlo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con clínica: anti-CCP+ en sinovitis compatible = muy probable AR.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negativo no descarta: hasta un tercio son seronegativas.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FR+ aislado puede verse en sanos, infecciones o con la edad.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serología modifica la probabilidad, no diagnostica sola.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frente a FR: rendimiento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57200" y="1325880"/>
          <a:ext cx="48463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0" y="1325880"/>
            <a:ext cx="320040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828800"/>
            <a:ext cx="2880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Anti-CCP: más específico (95 %).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RV+ del anti-CCP ≈ 12,5: un positivo sube mucho la probabilidad de AR.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≈ 67–69 %: un negativo no descarta 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5 · LA IMAGEN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signos opuestos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marginales.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Osteopenia yuxtaarticular.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articular uniforme.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osteofitos.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 (picos óseos).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Esclerosis subcondral y quistes.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asimétrico.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erosiones inflamatorias.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Ecografía/RM: señal Doppler y edema óseo confirman sinovitis y detectan daño precoz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clasificación ACR/EULAR 2010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411480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25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articular (0–5)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Articulaciones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16916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grande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77640" y="1700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77640" y="1700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488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1488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grandes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77640" y="21579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77640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6060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606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pequeñas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77640" y="26151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2615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0632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30632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4–10 pequeñas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30723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77640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874520" y="3520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 (≥ 1 pequeña)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35295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7764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234440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1298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Serología (0–3)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15727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FR/ACPA negativos = 0 · bajos = 2 · altos = 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1984248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20482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Reactantes (0–1)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23225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PCR/VSG normales = 0 · anormales = 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2734056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2798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(0–1)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07238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 semanas = 0 · ≥ 6 semanas = 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3493008"/>
            <a:ext cx="3977640" cy="530352"/>
          </a:xfrm>
          <a:prstGeom prst="roundRect">
            <a:avLst>
              <a:gd name="adj" fmla="val 17241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64024" y="3493008"/>
            <a:ext cx="3867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 / 10 puntos clasifica como AR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≠ diagnosticar: exige ≥ 1 sinovitis clínica sin mejor explicación; el juicio clínico manda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QUE SEA 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Artralgia sospechosa de AR (definición EULAR)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van Steenbergen HW, Aletaha D, Beaart-van de Voorde LJJ, Brouwer E, Codreanu C, Combe B, et al. EULAR definition of arthralgia suspicious for progression to rheumatoid arthritis. Ann Rheum Dis. 2017;76(3):491-6.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parámetros que señalan una artralgia con riesgo de progresar a AR, antes de la artritis establecida.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1591056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6072" y="168249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1591056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articulares de inicio reciente (&lt; 1 año)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1591056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82312" y="168249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8231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591056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localizados en articulaciones MCF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157984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" y="224942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157984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≥ 60 min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63440" y="2157984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82312" y="224942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82312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157984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más intensos a primera hora de la mañana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2724912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281635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6072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2724912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de primer grado con AR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63440" y="2724912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82312" y="281635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82312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2724912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 para cerrar el puño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57200" y="3291840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6072" y="338328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76072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3291840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de MCF positivo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663440" y="3291840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18304" y="3291840"/>
            <a:ext cx="3913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de 7 = artralgia sospechosa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57200" y="4041648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4041648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clínico ≥ 3: prioriza la sensibilidad (AUC 0,92); apoya —no sustituye— el juicio del reumatólogo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diagnostica la artrosis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diagnóstico clínico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≥ 45 años con dolor articular de uso.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ausente o &lt; 30 min.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caso típico no hace falta radiografía (NICE).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Examen: crepitación, aumento óseo, dolor a la rotación interna en cadera.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complementarias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confirma y gradúa (Kellgren-Lawrence 0–4).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normal: sólo para excluir causas inflamatorias.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Ecografía/RM: no necesarias de rutina.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hay derrame y duda: líquido no inflamatorio (&lt; 2000 cél/mm³).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Fenotipos de la artrosis: no es una sola enfermedad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Deveza LA, Nelson AE, Loeser RF. Phenotypes of osteoarthritis: current state and future implications. Clin Exp Rheumatol. 2019;37 Suppl 120(5):S64-72.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15087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6294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crónico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Sensibilización central; dolor desproporcionado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64408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0712" y="15087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13" y="162946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995928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410712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y derrame; cursa con brotes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71616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50876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621" y="1629461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03136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Metabólico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Obesidad y síndrome metabólico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3504" y="2926080"/>
            <a:ext cx="502920" cy="5029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046781"/>
            <a:ext cx="261518" cy="26151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88720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Óseo-cartilaginoso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remodelado óseo subcondral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264408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10712" y="2926080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413" y="3046781"/>
            <a:ext cx="261518" cy="2615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995928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3410712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Malalineación y sobrecarga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071616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217920" y="292608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621" y="3046781"/>
            <a:ext cx="261518" cy="26151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803136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Enfermedad mínima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21792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leve, progresión lenta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57200" y="420624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12064" y="420624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el fenotipo orienta pronóstico y tratamiento; con frecuencia se solapan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MATIZ CLAVE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también se inflama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solo “desgaste”: hay inflamación, aunque de menor grado que en la AR.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196596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2141525"/>
            <a:ext cx="380390" cy="3803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de bajo grado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IL-1 y TNF, derrame y señal Doppler; se ve en ecografía y RM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264408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96596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21415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erosiva (manos)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centrales en IFD/IFP con brotes dolorosos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71616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022592" y="196596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214152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071616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Cristales añadidos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208776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CPPD o gota sobre una articulación artrósica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57200" y="416052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12064" y="4160520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artrosis que se inflama mucho obliga a pensar en cristales o en una AR asociada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encadenan? De una a otra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572768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170444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→ artrosis secundaria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inflamación crónica daña cartílago y hueso.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alterada desarrolla cambios degenerativos.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artrosis secundaria sobre una AR ya controlada.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572768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282" y="170444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→ artritis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cursa con sinovitis de bajo grado.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Predispone al depósito de cristales (CPPD, gota).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Esos cristales desencadenan artritis aguda sobreañadida.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251960"/>
            <a:ext cx="8229600" cy="292608"/>
          </a:xfrm>
          <a:prstGeom prst="roundRect">
            <a:avLst>
              <a:gd name="adj" fmla="val 3125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251960"/>
            <a:ext cx="8119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coexistir en el mismo paciente: busca ambos patrones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maestra: la respuesta en una mirada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143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143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53619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53619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53619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autoinmune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53619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0652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90652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190652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(peor en reposo)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190652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(peor con el uso)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27685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27685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27685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27685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647188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64718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2647188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MCF, IFP, muñeca (simétrico)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264718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IFD, IFP, base del pulgar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017520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01752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3017520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y caliente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52160" y="301752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y ósea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38785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38785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338785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FR/anti-CCP+, VSG/PCR ↑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852160" y="338785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375818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" y="375818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926080" y="375818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Erosiones, pinzamiento uniforme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375818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412851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12851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26080" y="412851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Derivar: FAME temprano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852160" y="412851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decir que sí: deriva a reumatología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Banderas rojas de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en ≥ 1 articulación (MCF, IFP, muñeca).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&gt; 30 min que mejora al moverse.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 simétrico de pequeñas articulaciones.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positivo o FR/anti-CCP positivos.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&gt; 6 semanas: no esperes a que erosione.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que debes evitar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FR/anti-CCP en artrosis típica (falsos positivos).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AR por serología negativa (hay seronegativas).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Atribuir a artrosis una sinovitis de MCF: piensa en AR.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erosiones en la radiografía para derivar.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RECORDAR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ideas para responder la pregunta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30759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307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2344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es inflamatoria y autoinmune; la artrosis, degenerativa y mecánica.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1965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17465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de la mano orienta: AR en MCF/IFP/muñeca; artrosis en IFD/IFP/CMC1.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258568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33172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2585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&gt; 30–60 min y tumefacción blanda y caliente apuntan a AR.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77063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843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7706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es específico, pero un negativo no descarta AR.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28269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55848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282696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erosiones (AR) frente a osteofitos (artrosis).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86791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7947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sospecha de AR, deriva temprano: hay ventana de oportunidad.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783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es?</a:t>
            </a:r>
            <a:endParaRPr lang="en-US" sz="5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28346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responde; distinguir a tiempo cambia el pronóstico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36576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 · Medicina Interna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(Vancouver)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Sharma L. Osteoarthritis of the knee. N Engl J Med. 2021;384(1):51-9.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Dell’Isola A, Allan R, Smith SL, Marreiros SS, Steultjens M. Identification of clinical phenotypes in knee osteoarthritis: a systematic review of the literature. BMC Musculoskelet Disord. 2016;17:425.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Deveza LA, Nelson AE, Loeser RF. Phenotypes of osteoarthritis: current state and future implications. Clin Exp Rheumatol. 2019;37 Suppl 120(5):S64-72.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van Steenbergen HW, Aletaha D, Beaart-van de Voorde LJJ, Brouwer E, Codreanu C, Combe B, et al. EULAR definition of arthralgia suspicious for progression to rheumatoid arthritis. Ann Rheum Dis. 2017;76(3):491-6.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¿Es o no es artritis reumatoide? Diagnóstico diferencial con artrosis</dc:title>
  <dc:subject>PptxGenJS Presentation</dc:subject>
  <dc:creator>Nestor Fabian Sanabria Duarte</dc:creator>
  <cp:lastModifiedBy>Nestor Fabian Sanabria Duarte</cp:lastModifiedBy>
  <cp:revision>1</cp:revision>
  <dcterms:created xsi:type="dcterms:W3CDTF">2026-10-18T20:46:11Z</dcterms:created>
  <dcterms:modified xsi:type="dcterms:W3CDTF">2026-10-18T20:46:11Z</dcterms:modified>
</cp:coreProperties>
</file>