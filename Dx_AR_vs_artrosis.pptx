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para responder si es o no es artritis reumatoide.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inflamación del desgaste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inflamación (AR) o desgaste (artrosis).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enfermedad articular más frecuente.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&gt; 240 millones de personas y 1.ª causa de limitación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inflamación frente a desgaste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= inflamación (AR) · osteofito = degeneración (artrosis)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confirma y gradúa (Kellgren-Lawrence 0–4).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no necesarias de rutina.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alterada desarrolla cambios degenerativos.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responder la pregunta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de la mano orienta: AR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2026-10-18T20:26:57Z</dcterms:created>
  <dcterms:modified xsi:type="dcterms:W3CDTF">2026-10-18T20:26:57Z</dcterms:modified>
</cp:coreProperties>
</file>