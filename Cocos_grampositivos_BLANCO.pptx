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en fondo negro. De la colonizacion al choque septico. Nestor Fabian Sanabria Duarte, Residente III de Medicina Interna, Universidad Libre.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 objetivo, anatomia, fisiologia, fisiopatologia y conclusion.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general: comprender los mecanismos fisiopatologicos con enfasis en virulencia, evasion inmunitaria y dano tisular.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Clasificacion de grampositivos por forma y disposicion: cocos en racimos (Staphylococcus) y en cadenas (Streptococcus, Enterococcus); bacilos esporulados (Clostridium, Bacillus) y no esporulados (Listeria, Corynebacterium). Microfotografias de tincion de 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pared grampositiva es gruesa y multicapa: peptidoglucano que retiene el cristal violeta, atravesado por acidos teicoicos (de pared) y lipoteicoicos (de membrana), con lipoproteinas de superficie. Sin membrana externa no hay LPS. Esquema original en espanol.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membrana citoplasmatica es una bicapa bajo la pared. Barrera selectiva; sin membrana externa no hay LPS, por lo que los PAMP son acidos teicoicos y lipoproteinas. Alberga las PBP que sintetizan la pared (diana de betalactamicos) y es blanco de la daptomicina, que despolariza la membrana.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INFECCIONES POR GRAMPOSITIVOS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801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Grampositivos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23317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colonización al choque séptico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76656" y="3429000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36118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la exposición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164592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77759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5488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47472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84048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066544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78608" y="1645920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282" y="17775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76272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048256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084832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y pared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767328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79392" y="164592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066" y="17775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3749040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Fisiología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785616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Colonizar y regular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468112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980176" y="1645920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1850" y="1777594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577840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49824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0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Virulencia y daño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168896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680960" y="1645920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634" y="1777594"/>
            <a:ext cx="285293" cy="28529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278624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150608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7187184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clave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1234440"/>
            <a:ext cx="128016" cy="2331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914400" y="1097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14884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32918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queremos comprender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OBJETIVO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Howden BP, Giulieri SG, Wong Fok Lung T, Baines SL, Sharkey LK, Lee JYH, et al. Staphylococcus aureus host interactions and adaptation. Nat Rev Microbiol. 2023;21(6):380-95.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Brouwer S, Rivera-Hernandez T, Curren BF, Harbison-Price N, De Oliveira DMP, Jespersen MG, et al. Pathogenesis, epidemiology and control of Group A Streptococcus infection. Nat Rev Microbiol. 2023;21(7):431-47.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5486400" cy="2971800"/>
          </a:xfrm>
          <a:prstGeom prst="roundRect">
            <a:avLst>
              <a:gd name="adj" fmla="val 3077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los mecanismos fisiopatológicos de las infecciones por bacterias grampositivas, enfatizando: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85800" y="246888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25895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24505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Virulencia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7614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ataca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85800" y="306324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1" y="318394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371600" y="304495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Evasión inmunitaria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371600" y="3355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escapa al sistema inmune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85800" y="365760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77830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371600" y="3639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tisular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371600" y="3950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lesiona los tejidos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172200" y="1280160"/>
            <a:ext cx="2514600" cy="2971800"/>
          </a:xfrm>
          <a:prstGeom prst="roundRect">
            <a:avLst>
              <a:gd name="adj" fmla="val 3636"/>
            </a:avLst>
          </a:prstGeom>
          <a:solidFill>
            <a:srgbClr val="0A0E1F"/>
          </a:solidFill>
          <a:ln w="12700">
            <a:solidFill>
              <a:srgbClr val="0A0E1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858000" y="1737360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351776" y="1819656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104888" y="2203704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543800" y="2231136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30568" y="2258568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296912" y="2670048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355080" y="3703320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629400" y="3730752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903720" y="3758184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178040" y="3785616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7452360" y="3813048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7726680" y="3840480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1234440"/>
            <a:ext cx="128016" cy="2331720"/>
          </a:xfrm>
          <a:prstGeom prst="rect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914400" y="1097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14884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32918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y estructura de la pared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ANATOMÍA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clasifican los grampositivos?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Cheung GYC, Bae JS, Otto M. Pathogenicity and virulence of Staphylococcus aureus. Virulence. 2021;12(1):547-69.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Brouwer S, Rivera-Hernandez T, Curren BF, Harbison-Price N, De Oliveira DMP, Jespersen MG, et al. Pathogenesis, epidemiology and control of Group A Streptococcus infection. Nat Rev Microbiol. 2023;21(7):431-47.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44168"/>
            <a:ext cx="1371600" cy="1335024"/>
          </a:xfrm>
          <a:prstGeom prst="ellipse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057400" y="1371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Cocos en racimos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17099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Staphylococcus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057400" y="213055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aureus, S. epidermidis, S. saprophyticus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663440" y="123444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73168" y="1344168"/>
            <a:ext cx="1371600" cy="1335024"/>
          </a:xfrm>
          <a:prstGeom prst="ellipse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263640" y="1371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Cocos en cadenas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263640" y="17099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Streptococcus / Enterococcus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6263640" y="213055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pyogenes, S. agalactiae, S. pneumoniae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2990088"/>
            <a:ext cx="1371600" cy="1335024"/>
          </a:xfrm>
          <a:prstGeom prst="ellipse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057400" y="3017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Bacilos esporulados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057400" y="3355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Clostridium · Bacillus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2057400" y="37764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difficile, C. tetani, B. anthracis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4F6FD"/>
          </a:solidFill>
          <a:ln w="19050">
            <a:solidFill>
              <a:srgbClr val="A78BF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73168" y="2990088"/>
            <a:ext cx="1371600" cy="1335024"/>
          </a:xfrm>
          <a:prstGeom prst="ellipse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263640" y="3017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Bacilos no esporulados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263640" y="3355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Listeria · Corynebacterium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6263640" y="37764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monocytogenes, C. diphtheriae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ANATOMÍA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pared celular grampositiva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Wu X, Han J, Gong G, Koffas MAG, Zha J. Wall teichoic acids: physiology and applications. FEMS Microbiol Rev. 2021;45(4):fuaa064.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Torrens G, Cava F. Mechanisms conferring bacterial cell wall variability and adaptivity. Biochem Soc Trans. 2024;52(5):1981-93.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5029200" cy="3063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32120" y="1280160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0" y="1426464"/>
            <a:ext cx="438912" cy="43891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619" y="1531803"/>
            <a:ext cx="228234" cy="22823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99632" y="13533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Peptidoglucano grueso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99632" y="164592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Multicapa (20-80 nm); retiene el cristal violeta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532120" y="2066544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0" y="2212848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619" y="2318187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199632" y="21396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Ácidos teicoicos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6199632" y="243230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negativa; regulan cationes y autolisinas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532120" y="2852928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669280" y="2999232"/>
            <a:ext cx="438912" cy="43891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4619" y="3104571"/>
            <a:ext cx="228234" cy="22823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99632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lipoteicoico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6199632" y="32186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Anclado a membrana; adhesión y señal inmune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532120" y="3639312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669280" y="3785616"/>
            <a:ext cx="438912" cy="43891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4619" y="3890955"/>
            <a:ext cx="228234" cy="22823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199632" y="37124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Lipoproteínas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6199632" y="400507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Ligando de TLR2: activan la inmunidad innata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ANATOMÍA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membrana celular: barrera y diana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Cheung GYC, Bae JS, Otto M. Pathogenicity and virulence of Staphylococcus aureus. Virulence. 2021;12(1):547-69.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Howden BP, Giulieri SG, Wong Fok Lung T, Baines SL, Sharkey LK, Lee JYH, et al. Staphylococcus aureus host interactions and adaptation. Nat Rev Microbiol. 2023;21(6):380-95.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Wu X, Han J, Gong G, Koffas MAG, Zha J. Wall teichoic acids: physiology and applications. FEMS Microbiol Rev. 2021;45(4):fuaa064.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1234440"/>
          </a:xfrm>
          <a:prstGeom prst="roundRect">
            <a:avLst>
              <a:gd name="adj" fmla="val 7407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37160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Bicapa de fosfolípidos bajo la pared. Es barrera selectiva y, al no haber membrana externa ni LPS, concentra funciones clave y blancos terapéuticos.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6080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1566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566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6080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3454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8940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940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3454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08276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63140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63140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08276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82012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36876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36876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82012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5748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10612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10612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5748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2948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8434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8434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2948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322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5808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5808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0322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76956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31820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31820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76956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50692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05556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05556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50692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24428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79292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479292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24428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9816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5302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302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9816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7190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2676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2676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77190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945636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00500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00500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945636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119372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74236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174236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119372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293108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47972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47972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293108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46684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2170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2170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46684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64058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9544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9544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64058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814316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869180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869180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14316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988052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42916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042916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988052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161788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216652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216652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61788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33552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39038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39038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3552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0926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6412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6412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50926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82996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737860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737860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682996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856732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11596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11596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856732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030468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085332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085332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030468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20420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25906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25906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20420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37794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43280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43280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37794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551676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606540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606540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1676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25412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780276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780276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725412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899148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954012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954012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899148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072884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127748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127748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072884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246620" y="269748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301484" y="280720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301484" y="311810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246620" y="335584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18288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(bicapa)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457200" y="3840480"/>
            <a:ext cx="2624328" cy="566928"/>
          </a:xfrm>
          <a:prstGeom prst="roundRect">
            <a:avLst>
              <a:gd name="adj" fmla="val 16129"/>
            </a:avLst>
          </a:prstGeom>
          <a:solidFill>
            <a:srgbClr val="ECEFF9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66928" y="3840480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membrana externa  </a:t>
            </a:r>
            <a:pPr indent="0" marL="0">
              <a:buNone/>
            </a:pPr>
            <a:r>
              <a:rPr lang="en-US" sz="1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LPS; PAMP por teicoicos y lipoproteínas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264408" y="3840480"/>
            <a:ext cx="2624328" cy="566928"/>
          </a:xfrm>
          <a:prstGeom prst="roundRect">
            <a:avLst>
              <a:gd name="adj" fmla="val 16129"/>
            </a:avLst>
          </a:prstGeom>
          <a:solidFill>
            <a:srgbClr val="ECEFF9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374136" y="3840480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de las PBP  </a:t>
            </a:r>
            <a:pPr indent="0" marL="0">
              <a:buNone/>
            </a:pPr>
            <a:r>
              <a:rPr lang="en-US" sz="1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Sintetizan la pared: diana de betalactámicos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6071616" y="3840480"/>
            <a:ext cx="2624328" cy="566928"/>
          </a:xfrm>
          <a:prstGeom prst="roundRect">
            <a:avLst>
              <a:gd name="adj" fmla="val 16129"/>
            </a:avLst>
          </a:prstGeom>
          <a:solidFill>
            <a:srgbClr val="ECEFF9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6181344" y="3840480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de daptomicina  </a:t>
            </a:r>
            <a:pPr indent="0" marL="0">
              <a:buNone/>
            </a:pPr>
            <a:r>
              <a:rPr lang="en-US" sz="1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Despolariza la membrana del grampositivo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2026-10-12T14:21:14Z</dcterms:created>
  <dcterms:modified xsi:type="dcterms:W3CDTF">2026-10-12T14:21:14Z</dcterms:modified>
</cp:coreProperties>
</file>