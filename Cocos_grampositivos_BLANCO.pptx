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Infecciones por grampositivos: de la colonizacion al choque septico. Ilustracion original: racimo dorado (Staphylococcus) y cadena roja (Streptococcus).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Agenda: objetivo, anatomia, fisiologia, fisiopatologia y conclusion.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general: comprender los mecanismos fisiopatologicos de las infecciones por grampositivos, con enfasis en virulencia, evasion inmunitaria y dano tisular.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0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0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oundRect">
            <a:avLst/>
          </a:prstGeom>
          <a:solidFill>
            <a:srgbClr val="F4F6FD"/>
          </a:solidFill>
          <a:ln w="12700">
            <a:solidFill>
              <a:srgbClr val="F4F6F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75120" y="640080"/>
            <a:ext cx="566928" cy="566928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85355" y="725119"/>
            <a:ext cx="538582" cy="538582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30238" y="1093622"/>
            <a:ext cx="566928" cy="566928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83780" y="1121969"/>
            <a:ext cx="510235" cy="510235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18427" y="1121969"/>
            <a:ext cx="481889" cy="481889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53858" y="753466"/>
            <a:ext cx="453542" cy="453542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28662" y="1518818"/>
            <a:ext cx="481889" cy="481889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10551" y="1433779"/>
            <a:ext cx="425196" cy="425196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46774" y="1547165"/>
            <a:ext cx="425196" cy="425196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73545" y="1915668"/>
            <a:ext cx="396850" cy="396850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3611880"/>
            <a:ext cx="457200" cy="457200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74536" y="3721608"/>
            <a:ext cx="457200" cy="457200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85432" y="3831336"/>
            <a:ext cx="457200" cy="457200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96328" y="3941064"/>
            <a:ext cx="457200" cy="457200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07224" y="4050792"/>
            <a:ext cx="457200" cy="457200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18120" y="4160520"/>
            <a:ext cx="457200" cy="457200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29016" y="4270248"/>
            <a:ext cx="457200" cy="457200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39912" y="4379976"/>
            <a:ext cx="457200" cy="457200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INFECCIONES POR GRAMPOSITIVOS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13258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Grampositivos</a:t>
            </a:r>
            <a:endParaRPr lang="en-US" sz="5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3774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colonización al choque séptico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7490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14223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de Medicina Interna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4348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Libre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la exposición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1572768" cy="2377440"/>
          </a:xfrm>
          <a:prstGeom prst="roundRect">
            <a:avLst>
              <a:gd name="adj" fmla="val 5814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645920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7775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75488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47472" y="23774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84048" y="28346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066544" y="1417320"/>
            <a:ext cx="1572768" cy="2377440"/>
          </a:xfrm>
          <a:prstGeom prst="roundRect">
            <a:avLst>
              <a:gd name="adj" fmla="val 5814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78608" y="1645920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282" y="177759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76272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048256" y="23774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084832" y="28346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y pared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767328" y="1417320"/>
            <a:ext cx="1572768" cy="2377440"/>
          </a:xfrm>
          <a:prstGeom prst="roundRect">
            <a:avLst>
              <a:gd name="adj" fmla="val 5814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79392" y="164592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066" y="177759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877056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749040" y="23774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Fisiología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785616" y="28346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Colonizar y regular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468112" y="1417320"/>
            <a:ext cx="1572768" cy="2377440"/>
          </a:xfrm>
          <a:prstGeom prst="roundRect">
            <a:avLst>
              <a:gd name="adj" fmla="val 5814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980176" y="1645920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1850" y="177759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577840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5449824" y="23774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0" y="28346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Virulencia y daño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7168896" y="1417320"/>
            <a:ext cx="1572768" cy="2377440"/>
          </a:xfrm>
          <a:prstGeom prst="roundRect">
            <a:avLst>
              <a:gd name="adj" fmla="val 5814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680960" y="1645920"/>
            <a:ext cx="548640" cy="54864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2634" y="1777594"/>
            <a:ext cx="285293" cy="28529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278624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7150608" y="23774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7187184" y="283464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clave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0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1234440"/>
            <a:ext cx="128016" cy="2331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914400" y="10972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14884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941832" y="32918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queremos comprender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OBJETIVO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507992"/>
            <a:ext cx="822960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53712"/>
            <a:ext cx="7818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Howden BP, Giulieri SG, Wong Fok Lung T, Baines SL, Sharkey LK, Lee JYH, et al. Staphylococcus aureus host interactions and adaptation. Nat Rev Microbiol. 2023;21(6):380-95.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Brouwer S, Rivera-Hernandez T, Curren BF, Harbison-Price N, De Oliveira DMP, Jespersen MG, et al. Pathogenesis, epidemiology and control of Group A Streptococcus infection. Nat Rev Microbiol. 2023;21(7):431-47.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03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4630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Comprender los mecanismos fisiopatológicos de las infecciones por bacterias grampositivas, enfatizando: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85800" y="251460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263530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24963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Virulencia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807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ataca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136392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01" y="3257093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71600" y="311810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Evasión inmunitaria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371600" y="3429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escapa al sistema inmune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85800" y="3758184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3878885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71600" y="373989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tisular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371600" y="40507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lesiona los tejidos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172200" y="1280160"/>
            <a:ext cx="2514600" cy="3017520"/>
          </a:xfrm>
          <a:prstGeom prst="roundRect">
            <a:avLst>
              <a:gd name="adj" fmla="val 3636"/>
            </a:avLst>
          </a:prstGeom>
          <a:solidFill>
            <a:srgbClr val="0A0E1F"/>
          </a:solidFill>
          <a:ln w="12700">
            <a:solidFill>
              <a:srgbClr val="0A0E1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858000" y="1737360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351776" y="1819656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104888" y="2203704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543800" y="2231136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830568" y="2258568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296912" y="2670048"/>
            <a:ext cx="512064" cy="512064"/>
          </a:xfrm>
          <a:prstGeom prst="ellipse">
            <a:avLst/>
          </a:prstGeom>
          <a:solidFill>
            <a:srgbClr val="F2B4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355080" y="3703320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629400" y="3730752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903720" y="3758184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178040" y="3785616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452360" y="3813048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7726680" y="3840480"/>
            <a:ext cx="384048" cy="384048"/>
          </a:xfrm>
          <a:prstGeom prst="ellipse">
            <a:avLst/>
          </a:prstGeom>
          <a:solidFill>
            <a:srgbClr val="F254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0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Cocos grampositivos (plantilla fondo blanco)</dc:title>
  <dc:subject>PptxGenJS Presentation</dc:subject>
  <dc:creator>Nestor Fabian Sanabria Duarte</dc:creator>
  <cp:lastModifiedBy>Nestor Fabian Sanabria Duarte</cp:lastModifiedBy>
  <cp:revision>1</cp:revision>
  <dcterms:created xsi:type="dcterms:W3CDTF">2026-10-12T13:58:40Z</dcterms:created>
  <dcterms:modified xsi:type="dcterms:W3CDTF">2026-10-12T13:58:40Z</dcterms:modified>
</cp:coreProperties>
</file>