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en formato blanco. Ilustracion original: racimo dorado (Staphylococcus) y cadena roja (Streptococcus).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diapositiva de contenido en formato blanco: arbol de clasificación de cocos grampositivos.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0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0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09728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18872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55448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160020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196596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01168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28016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783080"/>
            <a:ext cx="475488" cy="47548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3200400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3364992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529584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3694176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858768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4023360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4187952"/>
            <a:ext cx="402336" cy="40233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D7DC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914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 GRAMPOSITIVOS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325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1031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laboratorio a la clínica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86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III año - Especialización en medicina interna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práctico: de la catalasa al género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114300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 grampositivos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flipH="1">
            <a:off x="2286000" y="1645920"/>
            <a:ext cx="1737360" cy="365760"/>
          </a:xfrm>
          <a:prstGeom prst="line">
            <a:avLst/>
          </a:prstGeom>
          <a:noFill/>
          <a:ln w="31750">
            <a:solidFill>
              <a:srgbClr val="A66A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645920"/>
            <a:ext cx="1645920" cy="365760"/>
          </a:xfrm>
          <a:prstGeom prst="line">
            <a:avLst/>
          </a:prstGeom>
          <a:noFill/>
          <a:ln w="31750">
            <a:solidFill>
              <a:srgbClr val="0C836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031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Catalasa +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Catalasa -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0574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43584" y="2057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20574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15584" y="2057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 / Enterococcus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H="1">
            <a:off x="1280160" y="2560320"/>
            <a:ext cx="457200" cy="320040"/>
          </a:xfrm>
          <a:prstGeom prst="line">
            <a:avLst/>
          </a:prstGeom>
          <a:noFill/>
          <a:ln w="31750">
            <a:solidFill>
              <a:srgbClr val="A66A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2560320"/>
            <a:ext cx="365760" cy="320040"/>
          </a:xfrm>
          <a:prstGeom prst="line">
            <a:avLst/>
          </a:prstGeom>
          <a:noFill/>
          <a:ln w="31750">
            <a:solidFill>
              <a:srgbClr val="A66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ECEFF9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926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29260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ECEFF9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78608" y="2926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epidermidis, lugdunensis, saprophyticus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5760720" y="2560320"/>
            <a:ext cx="548640" cy="320040"/>
          </a:xfrm>
          <a:prstGeom prst="line">
            <a:avLst/>
          </a:prstGeom>
          <a:noFill/>
          <a:ln w="31750">
            <a:solidFill>
              <a:srgbClr val="0C83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2560320"/>
            <a:ext cx="548640" cy="320040"/>
          </a:xfrm>
          <a:prstGeom prst="line">
            <a:avLst/>
          </a:prstGeom>
          <a:noFill/>
          <a:ln w="31750">
            <a:solidFill>
              <a:srgbClr val="C81E4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292608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ECEFF9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926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Hemólisis + grupo de Lancefield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Streptococcus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9260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CEFF9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2926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 +, bilis-esculina, 6,5% NaCl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" y="397764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clave: catalasa, coagulasa, hemólisis, antígeno de Lancefield, PYR y bilis-esculina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0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(plantilla 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2026-10-12T13:46:15Z</dcterms:created>
  <dcterms:modified xsi:type="dcterms:W3CDTF">2026-10-12T13:46:15Z</dcterms:modified>
</cp:coreProperties>
</file>