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4"/>
    <p:sldMasterId id="2147483749" r:id="rId5"/>
  </p:sldMasterIdLst>
  <p:notesMasterIdLst>
    <p:notesMasterId r:id="rId17"/>
  </p:notesMasterIdLst>
  <p:sldIdLst>
    <p:sldId id="271" r:id="rId6"/>
    <p:sldId id="272" r:id="rId7"/>
    <p:sldId id="274" r:id="rId8"/>
    <p:sldId id="317" r:id="rId36"/>
    <p:sldId id="316" r:id="rId35"/>
    <p:sldId id="315" r:id="rId34"/>
    <p:sldId id="314" r:id="rId33"/>
    <p:sldId id="313" r:id="rId32"/>
    <p:sldId id="312" r:id="rId31"/>
    <p:sldId id="311" r:id="rId30"/>
    <p:sldId id="310" r:id="rId29"/>
    <p:sldId id="309" r:id="rId28"/>
    <p:sldId id="308" r:id="rId27"/>
    <p:sldId id="307" r:id="rId26"/>
    <p:sldId id="282" r:id="rId16"/>
  </p:sldIdLst>
  <p:sldSz cx="17532350" cy="9864725"/>
  <p:notesSz cx="6858000" cy="9144000"/>
  <p:custDataLst>
    <p:tags r:id="rId1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07">
          <p15:clr>
            <a:srgbClr val="A4A3A4"/>
          </p15:clr>
        </p15:guide>
        <p15:guide id="2" pos="552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icolás Londoño Torres" initials="NL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206E"/>
    <a:srgbClr val="80006B"/>
    <a:srgbClr val="C0AABA"/>
    <a:srgbClr val="A65C99"/>
    <a:srgbClr val="AF21AF"/>
    <a:srgbClr val="9210C0"/>
    <a:srgbClr val="FFFFFF"/>
    <a:srgbClr val="D9D9D9"/>
    <a:srgbClr val="00436D"/>
    <a:srgbClr val="0044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6AD234-57FA-4CEC-B6EC-40A9DF5C746E}" v="1" dt="2024-08-05T16:32:35.451"/>
  </p1510:revLst>
</p1510:revInfo>
</file>

<file path=ppt/tableStyles.xml><?xml version="1.0" encoding="utf-8"?>
<a:tblStyleLst xmlns:a="http://schemas.openxmlformats.org/drawingml/2006/main" def="{5C22544A-7EE6-4342-B048-85BDC9FD1C3A}">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Estilo medio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84E427A-3D55-4303-BF80-6455036E1DE7}" styleName="Estilo temático 1 - Énfasis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8799B23B-EC83-4686-B30A-512413B5E67A}" styleName="Estilo claro 3 - Acento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8" d="100"/>
          <a:sy n="38" d="100"/>
        </p:scale>
        <p:origin x="1012" y="48"/>
      </p:cViewPr>
      <p:guideLst>
        <p:guide orient="horz" pos="3107"/>
        <p:guide pos="552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tags" Target="tags/tag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4.xml"/><Relationship Id="rId27" Type="http://schemas.openxmlformats.org/officeDocument/2006/relationships/slide" Target="slides/slide13.xml"/><Relationship Id="rId28" Type="http://schemas.openxmlformats.org/officeDocument/2006/relationships/slide" Target="slides/slide12.xml"/><Relationship Id="rId29" Type="http://schemas.openxmlformats.org/officeDocument/2006/relationships/slide" Target="slides/slide11.xml"/><Relationship Id="rId30" Type="http://schemas.openxmlformats.org/officeDocument/2006/relationships/slide" Target="slides/slide10.xml"/><Relationship Id="rId31" Type="http://schemas.openxmlformats.org/officeDocument/2006/relationships/slide" Target="slides/slide9.xml"/><Relationship Id="rId32" Type="http://schemas.openxmlformats.org/officeDocument/2006/relationships/slide" Target="slides/slide8.xml"/><Relationship Id="rId33" Type="http://schemas.openxmlformats.org/officeDocument/2006/relationships/slide" Target="slides/slide7.xml"/><Relationship Id="rId34" Type="http://schemas.openxmlformats.org/officeDocument/2006/relationships/slide" Target="slides/slide6.xml"/><Relationship Id="rId35" Type="http://schemas.openxmlformats.org/officeDocument/2006/relationships/slide" Target="slides/slide5.xml"/><Relationship Id="rId3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LKIS PALACIO" userId="6e49171db3dc5085" providerId="LiveId" clId="{E46AD234-57FA-4CEC-B6EC-40A9DF5C746E}"/>
    <pc:docChg chg="custSel addSld delSld modSld">
      <pc:chgData name="BELKIS PALACIO" userId="6e49171db3dc5085" providerId="LiveId" clId="{E46AD234-57FA-4CEC-B6EC-40A9DF5C746E}" dt="2024-08-05T16:33:36.345" v="253" actId="20577"/>
      <pc:docMkLst>
        <pc:docMk/>
      </pc:docMkLst>
      <pc:sldChg chg="modSp mod">
        <pc:chgData name="BELKIS PALACIO" userId="6e49171db3dc5085" providerId="LiveId" clId="{E46AD234-57FA-4CEC-B6EC-40A9DF5C746E}" dt="2024-08-05T16:33:36.345" v="253" actId="20577"/>
        <pc:sldMkLst>
          <pc:docMk/>
          <pc:sldMk cId="251854907" sldId="272"/>
        </pc:sldMkLst>
        <pc:spChg chg="mod">
          <ac:chgData name="BELKIS PALACIO" userId="6e49171db3dc5085" providerId="LiveId" clId="{E46AD234-57FA-4CEC-B6EC-40A9DF5C746E}" dt="2024-08-05T16:33:36.345" v="253" actId="20577"/>
          <ac:spMkLst>
            <pc:docMk/>
            <pc:sldMk cId="251854907" sldId="272"/>
            <ac:spMk id="4" creationId="{FA4A0CD4-14DD-50EF-5D5B-F3E08813DE81}"/>
          </ac:spMkLst>
        </pc:spChg>
      </pc:sldChg>
      <pc:sldChg chg="modSp mod">
        <pc:chgData name="BELKIS PALACIO" userId="6e49171db3dc5085" providerId="LiveId" clId="{E46AD234-57FA-4CEC-B6EC-40A9DF5C746E}" dt="2024-07-22T21:46:20.040" v="39" actId="20577"/>
        <pc:sldMkLst>
          <pc:docMk/>
          <pc:sldMk cId="3340276784" sldId="274"/>
        </pc:sldMkLst>
        <pc:spChg chg="mod">
          <ac:chgData name="BELKIS PALACIO" userId="6e49171db3dc5085" providerId="LiveId" clId="{E46AD234-57FA-4CEC-B6EC-40A9DF5C746E}" dt="2024-07-22T21:46:20.040" v="39" actId="20577"/>
          <ac:spMkLst>
            <pc:docMk/>
            <pc:sldMk cId="3340276784" sldId="274"/>
            <ac:spMk id="5" creationId="{F140C179-79CB-81C5-6128-969F9ABA6BAF}"/>
          </ac:spMkLst>
        </pc:spChg>
      </pc:sldChg>
      <pc:sldChg chg="modSp mod">
        <pc:chgData name="BELKIS PALACIO" userId="6e49171db3dc5085" providerId="LiveId" clId="{E46AD234-57FA-4CEC-B6EC-40A9DF5C746E}" dt="2024-07-22T21:48:34.371" v="175" actId="20577"/>
        <pc:sldMkLst>
          <pc:docMk/>
          <pc:sldMk cId="4241703333" sldId="289"/>
        </pc:sldMkLst>
        <pc:spChg chg="mod">
          <ac:chgData name="BELKIS PALACIO" userId="6e49171db3dc5085" providerId="LiveId" clId="{E46AD234-57FA-4CEC-B6EC-40A9DF5C746E}" dt="2024-07-22T21:48:34.371" v="175" actId="20577"/>
          <ac:spMkLst>
            <pc:docMk/>
            <pc:sldMk cId="4241703333" sldId="289"/>
            <ac:spMk id="2" creationId="{00000000-0000-0000-0000-000000000000}"/>
          </ac:spMkLst>
        </pc:spChg>
      </pc:sldChg>
      <pc:sldChg chg="modSp mod">
        <pc:chgData name="BELKIS PALACIO" userId="6e49171db3dc5085" providerId="LiveId" clId="{E46AD234-57FA-4CEC-B6EC-40A9DF5C746E}" dt="2024-08-05T16:32:43.736" v="212" actId="20577"/>
        <pc:sldMkLst>
          <pc:docMk/>
          <pc:sldMk cId="543615280" sldId="300"/>
        </pc:sldMkLst>
        <pc:spChg chg="mod">
          <ac:chgData name="BELKIS PALACIO" userId="6e49171db3dc5085" providerId="LiveId" clId="{E46AD234-57FA-4CEC-B6EC-40A9DF5C746E}" dt="2024-08-05T16:32:43.736" v="212" actId="20577"/>
          <ac:spMkLst>
            <pc:docMk/>
            <pc:sldMk cId="543615280" sldId="300"/>
            <ac:spMk id="2" creationId="{EF113EAF-976B-563F-A7CC-67952512B96D}"/>
          </ac:spMkLst>
        </pc:spChg>
      </pc:sldChg>
      <pc:sldChg chg="modSp mod">
        <pc:chgData name="BELKIS PALACIO" userId="6e49171db3dc5085" providerId="LiveId" clId="{E46AD234-57FA-4CEC-B6EC-40A9DF5C746E}" dt="2024-07-22T21:46:26.898" v="52" actId="20577"/>
        <pc:sldMkLst>
          <pc:docMk/>
          <pc:sldMk cId="1444800495" sldId="301"/>
        </pc:sldMkLst>
        <pc:spChg chg="mod">
          <ac:chgData name="BELKIS PALACIO" userId="6e49171db3dc5085" providerId="LiveId" clId="{E46AD234-57FA-4CEC-B6EC-40A9DF5C746E}" dt="2024-07-22T21:46:26.898" v="52" actId="20577"/>
          <ac:spMkLst>
            <pc:docMk/>
            <pc:sldMk cId="1444800495" sldId="301"/>
            <ac:spMk id="3" creationId="{9F568015-E003-321D-61DA-662ACFC87C4A}"/>
          </ac:spMkLst>
        </pc:spChg>
      </pc:sldChg>
      <pc:sldChg chg="modSp mod">
        <pc:chgData name="BELKIS PALACIO" userId="6e49171db3dc5085" providerId="LiveId" clId="{E46AD234-57FA-4CEC-B6EC-40A9DF5C746E}" dt="2024-07-22T21:46:37.558" v="63" actId="20577"/>
        <pc:sldMkLst>
          <pc:docMk/>
          <pc:sldMk cId="1151468397" sldId="302"/>
        </pc:sldMkLst>
        <pc:spChg chg="mod">
          <ac:chgData name="BELKIS PALACIO" userId="6e49171db3dc5085" providerId="LiveId" clId="{E46AD234-57FA-4CEC-B6EC-40A9DF5C746E}" dt="2024-07-22T21:46:37.558" v="63" actId="20577"/>
          <ac:spMkLst>
            <pc:docMk/>
            <pc:sldMk cId="1151468397" sldId="302"/>
            <ac:spMk id="3" creationId="{9F568015-E003-321D-61DA-662ACFC87C4A}"/>
          </ac:spMkLst>
        </pc:spChg>
      </pc:sldChg>
      <pc:sldChg chg="modSp mod">
        <pc:chgData name="BELKIS PALACIO" userId="6e49171db3dc5085" providerId="LiveId" clId="{E46AD234-57FA-4CEC-B6EC-40A9DF5C746E}" dt="2024-07-22T21:48:04.992" v="129" actId="14100"/>
        <pc:sldMkLst>
          <pc:docMk/>
          <pc:sldMk cId="2746240511" sldId="303"/>
        </pc:sldMkLst>
        <pc:spChg chg="mod">
          <ac:chgData name="BELKIS PALACIO" userId="6e49171db3dc5085" providerId="LiveId" clId="{E46AD234-57FA-4CEC-B6EC-40A9DF5C746E}" dt="2024-07-22T21:48:04.992" v="129" actId="14100"/>
          <ac:spMkLst>
            <pc:docMk/>
            <pc:sldMk cId="2746240511" sldId="303"/>
            <ac:spMk id="3" creationId="{9F568015-E003-321D-61DA-662ACFC87C4A}"/>
          </ac:spMkLst>
        </pc:spChg>
      </pc:sldChg>
      <pc:sldChg chg="del">
        <pc:chgData name="BELKIS PALACIO" userId="6e49171db3dc5085" providerId="LiveId" clId="{E46AD234-57FA-4CEC-B6EC-40A9DF5C746E}" dt="2024-08-05T16:33:20.434" v="234" actId="2696"/>
        <pc:sldMkLst>
          <pc:docMk/>
          <pc:sldMk cId="436977889" sldId="304"/>
        </pc:sldMkLst>
      </pc:sldChg>
      <pc:sldChg chg="modSp new mod">
        <pc:chgData name="BELKIS PALACIO" userId="6e49171db3dc5085" providerId="LiveId" clId="{E46AD234-57FA-4CEC-B6EC-40A9DF5C746E}" dt="2024-07-22T21:47:50.774" v="127" actId="20577"/>
        <pc:sldMkLst>
          <pc:docMk/>
          <pc:sldMk cId="3494045958" sldId="305"/>
        </pc:sldMkLst>
        <pc:spChg chg="mod">
          <ac:chgData name="BELKIS PALACIO" userId="6e49171db3dc5085" providerId="LiveId" clId="{E46AD234-57FA-4CEC-B6EC-40A9DF5C746E}" dt="2024-07-22T21:47:50.774" v="127" actId="20577"/>
          <ac:spMkLst>
            <pc:docMk/>
            <pc:sldMk cId="3494045958" sldId="305"/>
            <ac:spMk id="2" creationId="{0F492B3F-7FC0-214A-DAD2-716FF46E31B0}"/>
          </ac:spMkLst>
        </pc:spChg>
      </pc:sldChg>
      <pc:sldChg chg="modSp new mod">
        <pc:chgData name="BELKIS PALACIO" userId="6e49171db3dc5085" providerId="LiveId" clId="{E46AD234-57FA-4CEC-B6EC-40A9DF5C746E}" dt="2024-08-05T16:33:00.624" v="233" actId="20577"/>
        <pc:sldMkLst>
          <pc:docMk/>
          <pc:sldMk cId="126325566" sldId="306"/>
        </pc:sldMkLst>
        <pc:spChg chg="mod">
          <ac:chgData name="BELKIS PALACIO" userId="6e49171db3dc5085" providerId="LiveId" clId="{E46AD234-57FA-4CEC-B6EC-40A9DF5C746E}" dt="2024-08-05T16:33:00.624" v="233" actId="20577"/>
          <ac:spMkLst>
            <pc:docMk/>
            <pc:sldMk cId="126325566" sldId="306"/>
            <ac:spMk id="2" creationId="{56071510-63EF-3A64-0D45-66F6B51F836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BAC92E-E261-4F1E-B06F-8A9464DA2DDA}" type="datetimeFigureOut">
              <a:rPr lang="en-US" smtClean="0"/>
              <a:t>8/5/2024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147E62-A95C-4B6D-9D49-A3B014170E0D}" type="slidenum">
              <a:rPr lang="en-US" smtClean="0"/>
              <a:t>‹Nº›</a:t>
            </a:fld>
            <a:endParaRPr lang="en-US"/>
          </a:p>
        </p:txBody>
      </p:sp>
    </p:spTree>
    <p:extLst>
      <p:ext uri="{BB962C8B-B14F-4D97-AF65-F5344CB8AC3E}">
        <p14:creationId xmlns:p14="http://schemas.microsoft.com/office/powerpoint/2010/main" val="58366367"/>
      </p:ext>
    </p:extLst>
  </p:cSld>
  <p:clrMap bg1="lt1" tx1="dk1" bg2="lt2" tx2="dk2" accent1="accent1" accent2="accent2" accent3="accent3" accent4="accent4" accent5="accent5" accent6="accent6" hlink="hlink" folHlink="folHlink"/>
  <p:notesStyle>
    <a:lvl1pPr marL="0" algn="l" defTabSz="1314999" rtl="0" eaLnBrk="1" latinLnBrk="0" hangingPunct="1">
      <a:defRPr sz="1726" kern="1200">
        <a:solidFill>
          <a:schemeClr val="tx1"/>
        </a:solidFill>
        <a:latin typeface="+mn-lt"/>
        <a:ea typeface="+mn-ea"/>
        <a:cs typeface="+mn-cs"/>
      </a:defRPr>
    </a:lvl1pPr>
    <a:lvl2pPr marL="657499" algn="l" defTabSz="1314999" rtl="0" eaLnBrk="1" latinLnBrk="0" hangingPunct="1">
      <a:defRPr sz="1726" kern="1200">
        <a:solidFill>
          <a:schemeClr val="tx1"/>
        </a:solidFill>
        <a:latin typeface="+mn-lt"/>
        <a:ea typeface="+mn-ea"/>
        <a:cs typeface="+mn-cs"/>
      </a:defRPr>
    </a:lvl2pPr>
    <a:lvl3pPr marL="1314999" algn="l" defTabSz="1314999" rtl="0" eaLnBrk="1" latinLnBrk="0" hangingPunct="1">
      <a:defRPr sz="1726" kern="1200">
        <a:solidFill>
          <a:schemeClr val="tx1"/>
        </a:solidFill>
        <a:latin typeface="+mn-lt"/>
        <a:ea typeface="+mn-ea"/>
        <a:cs typeface="+mn-cs"/>
      </a:defRPr>
    </a:lvl3pPr>
    <a:lvl4pPr marL="1972498" algn="l" defTabSz="1314999" rtl="0" eaLnBrk="1" latinLnBrk="0" hangingPunct="1">
      <a:defRPr sz="1726" kern="1200">
        <a:solidFill>
          <a:schemeClr val="tx1"/>
        </a:solidFill>
        <a:latin typeface="+mn-lt"/>
        <a:ea typeface="+mn-ea"/>
        <a:cs typeface="+mn-cs"/>
      </a:defRPr>
    </a:lvl4pPr>
    <a:lvl5pPr marL="2629997" algn="l" defTabSz="1314999" rtl="0" eaLnBrk="1" latinLnBrk="0" hangingPunct="1">
      <a:defRPr sz="1726" kern="1200">
        <a:solidFill>
          <a:schemeClr val="tx1"/>
        </a:solidFill>
        <a:latin typeface="+mn-lt"/>
        <a:ea typeface="+mn-ea"/>
        <a:cs typeface="+mn-cs"/>
      </a:defRPr>
    </a:lvl5pPr>
    <a:lvl6pPr marL="3287497" algn="l" defTabSz="1314999" rtl="0" eaLnBrk="1" latinLnBrk="0" hangingPunct="1">
      <a:defRPr sz="1726" kern="1200">
        <a:solidFill>
          <a:schemeClr val="tx1"/>
        </a:solidFill>
        <a:latin typeface="+mn-lt"/>
        <a:ea typeface="+mn-ea"/>
        <a:cs typeface="+mn-cs"/>
      </a:defRPr>
    </a:lvl6pPr>
    <a:lvl7pPr marL="3944996" algn="l" defTabSz="1314999" rtl="0" eaLnBrk="1" latinLnBrk="0" hangingPunct="1">
      <a:defRPr sz="1726" kern="1200">
        <a:solidFill>
          <a:schemeClr val="tx1"/>
        </a:solidFill>
        <a:latin typeface="+mn-lt"/>
        <a:ea typeface="+mn-ea"/>
        <a:cs typeface="+mn-cs"/>
      </a:defRPr>
    </a:lvl7pPr>
    <a:lvl8pPr marL="4602495" algn="l" defTabSz="1314999" rtl="0" eaLnBrk="1" latinLnBrk="0" hangingPunct="1">
      <a:defRPr sz="1726" kern="1200">
        <a:solidFill>
          <a:schemeClr val="tx1"/>
        </a:solidFill>
        <a:latin typeface="+mn-lt"/>
        <a:ea typeface="+mn-ea"/>
        <a:cs typeface="+mn-cs"/>
      </a:defRPr>
    </a:lvl8pPr>
    <a:lvl9pPr marL="5259995" algn="l" defTabSz="1314999" rtl="0" eaLnBrk="1" latinLnBrk="0" hangingPunct="1">
      <a:defRPr sz="172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Presentamos la respuesta punto por punto a la comunicación del Comité del 8 de octubre de 2026 y al concepto del Dr. Anderson Díaz Pérez. No repetiremos el contenido metodológico del proyecto: recorreremos cada observación, lo que respondimos y dónde quedó el ajuste en la versión 2.0 del protocolo.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sigue tres criterios. Primero, conservamos la pregunta de investigación: no cambiamos título, objetivos ni población, pero los sustentamos. Segundo, incorporamos todas las salvaguardas pedidas. Tercero, cada respuesta remite a la página exacta. Las observaciones 1 y 2 se sustentan; de la 3 a la 7 se acogen e incorporan.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Valoramos la alternativa propuesta, pero concluimos que no responde la misma pregunta. Cuatro razones: la evidencia con la que comparamos define su población como Testigos de Jehová; durante 2020–2025 la negativa en este grupo era homogénea y documentada; el estudio de referencia de Pattakos usó exactamente este enfoque; y existe un deber de justicia, porque la Corte Constitucional reconoce esta prestación. Además, la religión es constante en la cohorte: no se analiza ni se compara.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diseño, con esta misma población, ha sido aprobado por comités de ética en distintos países. Destacamos dos casos con declaración ética verificada: el InCor de São Paulo aprobó la dispensa del consentimiento con el número 7.441.177, y el estudio alemán de Hartrumpf con el número E-01-20230411, ambos por tratarse de datos anonimizados. Los demás se publicaron en revistas que exigen declarar la aprobación ética.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Acogimos la diferenciación. El protocolo ahora define dos condiciones independientes: la identidad religiosa, que delimita la población, y la decisión clínica individual, que define la elegibilidad y el perfil de aceptación. La primera nunca se usa para inferir la segunda. El título y los objetivos no se modifican porque ya exigían el rechazo documentado; se precisaron los criterios 2 y 4, y la base analítica no almacena la afiliación religiosa.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El marco teórico describe la posición vigente durante 2020–2025 y los dos cambios de 2026: el 20 de marzo, sobre la propia sangre almacenada, y el 18 de septiembre, sobre los componentes principales. Ambos son posteriores al periodo, no alteran quién entra al estudio y nos obligan a declarar la validez temporal: los resultados describen un periodo histórico que no se extrapolará a pacientes atendidos después de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Compartimos el principio de que lo retrospectivo no basta. Por eso verificamos uno por uno los supuestos del literal a del artículo 11: es documental, no identifica al participante y no trata aspectos sensitivos de la conducta, porque no indaga ni analiza creencias; la condición religiosa solo delimita la población. El único riesgo es informacional y se controla con el plan de datos. La clasificación final corresponde al Comité.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solicitud de dispensa se apoya en cinco condiciones que se cumplen a la vez: es sin riesgo; obtener el consentimiento es impracticable y sesgaría la estimación; contactar a pacientes o familias aumentaría justamente el riesgo de revelar datos sensibles; el estudio tiene valor social; y la Ley 1581 permite el tratamiento con fines científicos con supresión de identidad. Si el Comité considera necesaria otra salvaguarda, la incorporamos antes de iniciar.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El nuevo numeral 3.9.1 desarrolla los ocho elementos: roles de responsable y encargado según la Ley 1581, accesos controlados por la Clínica, codificación sin rastro religioso, almacenamiento cifrado, custodia separada de las claves, un procedimiento de incidentes con aviso en 24 horas, reglas contra la identificación indirecta y minimización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La religión es constante en la cohorte, así que no puede asociarse estadísticamente con ningún desenlace, y sin grupo de comparación ninguna muerte se presentará como consecuencia de la decisión del paciente. Definimos lo que no haremos y lo que haremos, con base en los artículos 9 y 11 de la Declaración de la UNESCO y en las guías STROBE y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Acogida. Se verifica en todos los pacientes, por dos revisores independientes, la negativa, el producto, los cambios de voluntad y cualquier transfusión, cruzando tres fuentes. Cada transfusión se clasifica en cinco categorías. El estudio no juzga la legalidad ni la responsabilidad de nadie: el objetivo es clasificar bien la exposición. Se añadieron tres variables a la Tabla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dos observaciones se sustentan sin modificar la pregunta y cinco se acogen con ajustes concretos y trazables.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los compromisos del equipo y con la solicitud formal del aval ético.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1.emf"/><Relationship Id="rId5" Type="http://schemas.openxmlformats.org/officeDocument/2006/relationships/image" Target="../media/image3.png"/><Relationship Id="rId6"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1.emf"/><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oleObject" Target="../embeddings/oleObject6.bin"/><Relationship Id="rId4" Type="http://schemas.openxmlformats.org/officeDocument/2006/relationships/image" Target="../media/image1.emf"/><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1.emf"/><Relationship Id="rId5"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8.bin"/><Relationship Id="rId4" Type="http://schemas.openxmlformats.org/officeDocument/2006/relationships/image" Target="../media/image1.emf"/><Relationship Id="rId5" Type="http://schemas.openxmlformats.org/officeDocument/2006/relationships/image" Target="../media/image7.png"/><Relationship Id="rId6"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Master" Target="../slideMasters/slideMaster1.xml"/><Relationship Id="rId4" Type="http://schemas.openxmlformats.org/officeDocument/2006/relationships/oleObject" Target="../embeddings/oleObject9.bin"/><Relationship Id="rId5" Type="http://schemas.openxmlformats.org/officeDocument/2006/relationships/image" Target="../media/image1.emf"/><Relationship Id="rId6" Type="http://schemas.openxmlformats.org/officeDocument/2006/relationships/image" Target="../media/image7.png"/><Relationship Id="rId7"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10.bin"/><Relationship Id="rId4" Type="http://schemas.openxmlformats.org/officeDocument/2006/relationships/image" Target="../media/image1.emf"/><Relationship Id="rId5"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1.emf"/><Relationship Id="rId5"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2.bin"/><Relationship Id="rId4" Type="http://schemas.openxmlformats.org/officeDocument/2006/relationships/image" Target="../media/image1.emf"/><Relationship Id="rId5" Type="http://schemas.openxmlformats.org/officeDocument/2006/relationships/image" Target="../media/image10.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oleObject" Target="../embeddings/oleObject13.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oleObject" Target="../embeddings/oleObject14.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oleObject" Target="../embeddings/oleObject15.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1.emf"/><Relationship Id="rId5"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oleObject" Target="../embeddings/oleObject17.bin"/><Relationship Id="rId4" Type="http://schemas.openxmlformats.org/officeDocument/2006/relationships/image" Target="../media/image1.emf"/><Relationship Id="rId5"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oleObject" Target="../embeddings/oleObject18.bin"/><Relationship Id="rId4" Type="http://schemas.openxmlformats.org/officeDocument/2006/relationships/image" Target="../media/image1.emf"/><Relationship Id="rId5" Type="http://schemas.openxmlformats.org/officeDocument/2006/relationships/image" Target="../media/image7.png"/><Relationship Id="rId6"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oleObject" Target="../embeddings/oleObject19.bin"/><Relationship Id="rId4" Type="http://schemas.openxmlformats.org/officeDocument/2006/relationships/image" Target="../media/image1.emf"/><Relationship Id="rId5"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 Id="rId3" Type="http://schemas.openxmlformats.org/officeDocument/2006/relationships/oleObject" Target="../embeddings/oleObject20.bin"/><Relationship Id="rId4" Type="http://schemas.openxmlformats.org/officeDocument/2006/relationships/image" Target="../media/image1.emf"/><Relationship Id="rId5"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 Id="rId3" Type="http://schemas.openxmlformats.org/officeDocument/2006/relationships/oleObject" Target="../embeddings/oleObject21.bin"/><Relationship Id="rId4" Type="http://schemas.openxmlformats.org/officeDocument/2006/relationships/image" Target="../media/image1.emf"/><Relationship Id="rId5" Type="http://schemas.openxmlformats.org/officeDocument/2006/relationships/image" Target="../media/image10.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oleObject" Target="../embeddings/oleObject22.bin"/><Relationship Id="rId4" Type="http://schemas.openxmlformats.org/officeDocument/2006/relationships/image" Target="../media/image1.emf"/><Relationship Id="rId5" Type="http://schemas.openxmlformats.org/officeDocument/2006/relationships/image" Target="../media/image11.emf"/><Relationship Id="rId6"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 Id="rId3" Type="http://schemas.openxmlformats.org/officeDocument/2006/relationships/oleObject" Target="../embeddings/oleObject23.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oleObject" Target="../embeddings/oleObject25.bin"/><Relationship Id="rId4" Type="http://schemas.openxmlformats.org/officeDocument/2006/relationships/image" Target="../media/image1.emf"/><Relationship Id="rId5"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tags" Target="../tags/tag29.xml"/><Relationship Id="rId3" Type="http://schemas.openxmlformats.org/officeDocument/2006/relationships/tags" Target="../tags/tag30.xml"/><Relationship Id="rId4" Type="http://schemas.openxmlformats.org/officeDocument/2006/relationships/slideMaster" Target="../slideMasters/slideMaster2.xml"/><Relationship Id="rId5" Type="http://schemas.openxmlformats.org/officeDocument/2006/relationships/oleObject" Target="../embeddings/oleObject26.bin"/><Relationship Id="rId6" Type="http://schemas.openxmlformats.org/officeDocument/2006/relationships/image" Target="../media/image21.emf"/><Relationship Id="rId7" Type="http://schemas.openxmlformats.org/officeDocument/2006/relationships/image" Target="../media/image22.png"/><Relationship Id="rId8"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 Id="rId3" Type="http://schemas.openxmlformats.org/officeDocument/2006/relationships/oleObject" Target="../embeddings/oleObject27.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 Id="rId3" Type="http://schemas.openxmlformats.org/officeDocument/2006/relationships/oleObject" Target="../embeddings/oleObject28.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 Id="rId3" Type="http://schemas.openxmlformats.org/officeDocument/2006/relationships/oleObject" Target="../embeddings/oleObject29.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 Id="rId3" Type="http://schemas.openxmlformats.org/officeDocument/2006/relationships/oleObject" Target="../embeddings/oleObject30.bin"/><Relationship Id="rId4" Type="http://schemas.openxmlformats.org/officeDocument/2006/relationships/image" Target="../media/image1.emf"/><Relationship Id="rId5"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314457556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0" name="Imagen 9" descr="Logotipo&#10;&#10;Descripción generada automáticamente">
            <a:extLst>
              <a:ext uri="{FF2B5EF4-FFF2-40B4-BE49-F238E27FC236}">
                <a16:creationId xmlns:a16="http://schemas.microsoft.com/office/drawing/2014/main" id="{5F9F4966-B59A-90EB-9631-8AF4956225B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438629" y="3457775"/>
            <a:ext cx="11844635" cy="2361100"/>
          </a:xfrm>
          <a:prstGeom prst="rect">
            <a:avLst/>
          </a:prstGeom>
        </p:spPr>
      </p:pic>
    </p:spTree>
    <p:extLst>
      <p:ext uri="{BB962C8B-B14F-4D97-AF65-F5344CB8AC3E}">
        <p14:creationId xmlns:p14="http://schemas.microsoft.com/office/powerpoint/2010/main" val="990834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8367578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741944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3371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836757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D22446A7-1BA6-89E5-0897-1B223853CFF5}"/>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2"/>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4" imgW="421" imgH="420" progId="TCLayout.ActiveDocument.1">
                  <p:embed/>
                </p:oleObj>
              </mc:Choice>
              <mc:Fallback>
                <p:oleObj name="think-cell Slide" r:id="rId4"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5"/>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35019645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74194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3371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7149A0BD-B86F-E99A-385C-5A9416E7251B}"/>
              </a:ext>
            </a:extLst>
          </p:cNvPr>
          <p:cNvGraphicFramePr>
            <a:graphicFrameLocks noChangeAspect="1"/>
          </p:cNvGraphicFramePr>
          <p:nvPr userDrawn="1">
            <p:custDataLst>
              <p:tags r:id="rId1"/>
            </p:custDataLst>
            <p:extLst>
              <p:ext uri="{D42A27DB-BD31-4B8C-83A1-F6EECF244321}">
                <p14:modId xmlns:p14="http://schemas.microsoft.com/office/powerpoint/2010/main" val="1215780060"/>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9" name="Object 8" hidden="1">
                        <a:extLst>
                          <a:ext uri="{FF2B5EF4-FFF2-40B4-BE49-F238E27FC236}">
                            <a16:creationId xmlns:a16="http://schemas.microsoft.com/office/drawing/2014/main" id="{7149A0BD-B86F-E99A-385C-5A9416E7251B}"/>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8" name="Imagem 10">
            <a:extLst>
              <a:ext uri="{FF2B5EF4-FFF2-40B4-BE49-F238E27FC236}">
                <a16:creationId xmlns:a16="http://schemas.microsoft.com/office/drawing/2014/main" id="{9072D5D8-9AFD-3102-BADF-14BAE68400D2}"/>
              </a:ext>
            </a:extLst>
          </p:cNvPr>
          <p:cNvPicPr>
            <a:picLocks noChangeAspect="1"/>
          </p:cNvPicPr>
          <p:nvPr userDrawn="1"/>
        </p:nvPicPr>
        <p:blipFill rotWithShape="1">
          <a:blip r:embed="rId5"/>
          <a:srcRect l="21273" t="21888" r="21273" b="21664"/>
          <a:stretch/>
        </p:blipFill>
        <p:spPr>
          <a:xfrm>
            <a:off x="-1" y="0"/>
            <a:ext cx="17532351" cy="9864725"/>
          </a:xfrm>
          <a:prstGeom prst="rect">
            <a:avLst/>
          </a:prstGeom>
        </p:spPr>
      </p:pic>
      <p:sp>
        <p:nvSpPr>
          <p:cNvPr id="14" name="Footer Placeholder 4">
            <a:extLst>
              <a:ext uri="{FF2B5EF4-FFF2-40B4-BE49-F238E27FC236}">
                <a16:creationId xmlns:a16="http://schemas.microsoft.com/office/drawing/2014/main" id="{3CEE2381-7AA8-93FF-0CE8-F892DDA61C49}"/>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sp>
        <p:nvSpPr>
          <p:cNvPr id="2" name="Title 1">
            <a:extLst>
              <a:ext uri="{FF2B5EF4-FFF2-40B4-BE49-F238E27FC236}">
                <a16:creationId xmlns:a16="http://schemas.microsoft.com/office/drawing/2014/main" id="{06C4AF49-1C09-84C6-03AA-91D4DA54A3D5}"/>
              </a:ext>
            </a:extLst>
          </p:cNvPr>
          <p:cNvSpPr>
            <a:spLocks noGrp="1"/>
          </p:cNvSpPr>
          <p:nvPr>
            <p:ph type="title"/>
          </p:nvPr>
        </p:nvSpPr>
        <p:spPr>
          <a:xfrm>
            <a:off x="3930197" y="564473"/>
            <a:ext cx="9589406" cy="111192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spTree>
    <p:extLst>
      <p:ext uri="{BB962C8B-B14F-4D97-AF65-F5344CB8AC3E}">
        <p14:creationId xmlns:p14="http://schemas.microsoft.com/office/powerpoint/2010/main" val="35964765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33424838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33424838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360D432-F57B-C6B1-8EFD-3489A15746C0}"/>
              </a:ext>
            </a:extLst>
          </p:cNvPr>
          <p:cNvGraphicFramePr>
            <a:graphicFrameLocks noChangeAspect="1"/>
          </p:cNvGraphicFramePr>
          <p:nvPr userDrawn="1">
            <p:custDataLst>
              <p:tags r:id="rId1"/>
            </p:custDataLst>
            <p:extLst>
              <p:ext uri="{D42A27DB-BD31-4B8C-83A1-F6EECF244321}">
                <p14:modId xmlns:p14="http://schemas.microsoft.com/office/powerpoint/2010/main" val="41442725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E360D432-F57B-C6B1-8EFD-3489A15746C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4F5427C-C502-CEA4-DFC3-19DBE8A35927}"/>
              </a:ext>
            </a:extLst>
          </p:cNvPr>
          <p:cNvSpPr>
            <a:spLocks noGrp="1"/>
          </p:cNvSpPr>
          <p:nvPr>
            <p:ph type="title" hasCustomPrompt="1"/>
          </p:nvPr>
        </p:nvSpPr>
        <p:spPr>
          <a:xfrm>
            <a:off x="1204913" y="525463"/>
            <a:ext cx="15122525" cy="1906587"/>
          </a:xfrm>
          <a:prstGeom prst="rect">
            <a:avLst/>
          </a:prstGeom>
        </p:spPr>
        <p:txBody>
          <a:bodyPr vert="horz"/>
          <a:lstStyle>
            <a:lvl1pPr>
              <a:defRPr/>
            </a:lvl1pPr>
          </a:lstStyle>
          <a:p>
            <a:r>
              <a:rPr lang="en-US"/>
              <a:t>Zentria icons</a:t>
            </a:r>
          </a:p>
        </p:txBody>
      </p:sp>
      <p:sp>
        <p:nvSpPr>
          <p:cNvPr id="3" name="Footer Placeholder 2">
            <a:extLst>
              <a:ext uri="{FF2B5EF4-FFF2-40B4-BE49-F238E27FC236}">
                <a16:creationId xmlns:a16="http://schemas.microsoft.com/office/drawing/2014/main" id="{22991FF1-B668-E25B-24F3-867AB243B0AC}"/>
              </a:ext>
            </a:extLst>
          </p:cNvPr>
          <p:cNvSpPr>
            <a:spLocks noGrp="1"/>
          </p:cNvSpPr>
          <p:nvPr>
            <p:ph type="ftr" sz="quarter" idx="10"/>
          </p:nvPr>
        </p:nvSpPr>
        <p:spPr/>
        <p:txBody>
          <a:bodyPr/>
          <a:lstStyle/>
          <a:p>
            <a:endParaRPr lang="en-US"/>
          </a:p>
        </p:txBody>
      </p:sp>
      <p:pic>
        <p:nvPicPr>
          <p:cNvPr id="7" name="Picture 6" descr="A picture containing light&#10;&#10;Description automatically generated">
            <a:extLst>
              <a:ext uri="{FF2B5EF4-FFF2-40B4-BE49-F238E27FC236}">
                <a16:creationId xmlns:a16="http://schemas.microsoft.com/office/drawing/2014/main" id="{ED4A1CAA-0D21-456F-697D-BBEF1872D32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77990" y="2777455"/>
            <a:ext cx="4315201" cy="2154907"/>
          </a:xfrm>
          <a:prstGeom prst="rect">
            <a:avLst/>
          </a:prstGeom>
        </p:spPr>
      </p:pic>
      <p:pic>
        <p:nvPicPr>
          <p:cNvPr id="9" name="Picture 8" descr="A picture containing laser, way&#10;&#10;Description automatically generated">
            <a:extLst>
              <a:ext uri="{FF2B5EF4-FFF2-40B4-BE49-F238E27FC236}">
                <a16:creationId xmlns:a16="http://schemas.microsoft.com/office/drawing/2014/main" id="{98730E00-EE2B-A2CF-58BD-46F6EAC296BC}"/>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446275" y="2774760"/>
            <a:ext cx="4315201" cy="2160294"/>
          </a:xfrm>
          <a:prstGeom prst="rect">
            <a:avLst/>
          </a:prstGeom>
        </p:spPr>
      </p:pic>
      <p:pic>
        <p:nvPicPr>
          <p:cNvPr id="11" name="Picture 10" descr="Shape, icon&#10;&#10;Description automatically generated">
            <a:extLst>
              <a:ext uri="{FF2B5EF4-FFF2-40B4-BE49-F238E27FC236}">
                <a16:creationId xmlns:a16="http://schemas.microsoft.com/office/drawing/2014/main" id="{CF04179F-9D3C-37BD-410F-7BEDE8BD585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8856578" y="2064180"/>
            <a:ext cx="5736361" cy="2868182"/>
          </a:xfrm>
          <a:prstGeom prst="rect">
            <a:avLst/>
          </a:prstGeom>
        </p:spPr>
      </p:pic>
      <p:pic>
        <p:nvPicPr>
          <p:cNvPr id="13" name="Picture 12" descr="Shape&#10;&#10;Description automatically generated">
            <a:extLst>
              <a:ext uri="{FF2B5EF4-FFF2-40B4-BE49-F238E27FC236}">
                <a16:creationId xmlns:a16="http://schemas.microsoft.com/office/drawing/2014/main" id="{BC2EF6DC-84A8-FC16-B86E-DD0E164789A9}"/>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8569759" y="3693629"/>
            <a:ext cx="6309997" cy="3162886"/>
          </a:xfrm>
          <a:prstGeom prst="rect">
            <a:avLst/>
          </a:prstGeom>
        </p:spPr>
      </p:pic>
      <p:pic>
        <p:nvPicPr>
          <p:cNvPr id="15" name="Picture 14">
            <a:extLst>
              <a:ext uri="{FF2B5EF4-FFF2-40B4-BE49-F238E27FC236}">
                <a16:creationId xmlns:a16="http://schemas.microsoft.com/office/drawing/2014/main" id="{38C6A0AA-D4D0-EB37-F0B9-4B5ECFAC8B2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957403" y="4063986"/>
            <a:ext cx="6317885" cy="3155000"/>
          </a:xfrm>
          <a:prstGeom prst="rect">
            <a:avLst/>
          </a:prstGeom>
        </p:spPr>
      </p:pic>
      <p:pic>
        <p:nvPicPr>
          <p:cNvPr id="17" name="Picture 16" descr="A picture containing indoor, laser, domestic cat&#10;&#10;Description automatically generated">
            <a:extLst>
              <a:ext uri="{FF2B5EF4-FFF2-40B4-BE49-F238E27FC236}">
                <a16:creationId xmlns:a16="http://schemas.microsoft.com/office/drawing/2014/main" id="{AE522012-22F5-0D3F-18B7-36CDEA24BBB8}"/>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57402" y="5977561"/>
            <a:ext cx="6317885" cy="3162886"/>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32A14AEF-961F-CD01-15B2-ACD63346B2C0}"/>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8920823" y="4718674"/>
            <a:ext cx="6317885" cy="3155000"/>
          </a:xfrm>
          <a:prstGeom prst="rect">
            <a:avLst/>
          </a:prstGeom>
        </p:spPr>
      </p:pic>
      <p:pic>
        <p:nvPicPr>
          <p:cNvPr id="21" name="Picture 20" descr="A picture containing laser, night sky&#10;&#10;Description automatically generated">
            <a:extLst>
              <a:ext uri="{FF2B5EF4-FFF2-40B4-BE49-F238E27FC236}">
                <a16:creationId xmlns:a16="http://schemas.microsoft.com/office/drawing/2014/main" id="{306D1A31-6192-4B53-E920-EFB8610544EE}"/>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8710873" y="5926566"/>
            <a:ext cx="6949674" cy="3479175"/>
          </a:xfrm>
          <a:prstGeom prst="rect">
            <a:avLst/>
          </a:prstGeom>
        </p:spPr>
      </p:pic>
      <p:pic>
        <p:nvPicPr>
          <p:cNvPr id="22" name="Picture 21">
            <a:extLst>
              <a:ext uri="{FF2B5EF4-FFF2-40B4-BE49-F238E27FC236}">
                <a16:creationId xmlns:a16="http://schemas.microsoft.com/office/drawing/2014/main" id="{C8C3A544-6363-90C8-30E6-F088B2B25E6E}"/>
              </a:ext>
            </a:extLst>
          </p:cNvPr>
          <p:cNvPicPr>
            <a:picLocks noChangeAspect="1"/>
          </p:cNvPicPr>
          <p:nvPr userDrawn="1"/>
        </p:nvPicPr>
        <p:blipFill rotWithShape="1">
          <a:blip r:embed="rId13"/>
          <a:srcRect l="9281" t="16881" r="60208" b="17242"/>
          <a:stretch/>
        </p:blipFill>
        <p:spPr>
          <a:xfrm>
            <a:off x="14763763" y="6998676"/>
            <a:ext cx="1651380" cy="1436982"/>
          </a:xfrm>
          <a:prstGeom prst="rect">
            <a:avLst/>
          </a:prstGeom>
        </p:spPr>
      </p:pic>
      <p:pic>
        <p:nvPicPr>
          <p:cNvPr id="23" name="Picture 22">
            <a:extLst>
              <a:ext uri="{FF2B5EF4-FFF2-40B4-BE49-F238E27FC236}">
                <a16:creationId xmlns:a16="http://schemas.microsoft.com/office/drawing/2014/main" id="{0FB22998-185A-2EE3-810A-E4AE7FC0FE45}"/>
              </a:ext>
            </a:extLst>
          </p:cNvPr>
          <p:cNvPicPr>
            <a:picLocks noChangeAspect="1"/>
          </p:cNvPicPr>
          <p:nvPr userDrawn="1"/>
        </p:nvPicPr>
        <p:blipFill rotWithShape="1">
          <a:blip r:embed="rId13"/>
          <a:srcRect l="40044" t="28434" r="38523" b="11508"/>
          <a:stretch/>
        </p:blipFill>
        <p:spPr>
          <a:xfrm>
            <a:off x="15219825" y="3719111"/>
            <a:ext cx="1160060" cy="1310080"/>
          </a:xfrm>
          <a:prstGeom prst="rect">
            <a:avLst/>
          </a:prstGeom>
        </p:spPr>
      </p:pic>
      <p:pic>
        <p:nvPicPr>
          <p:cNvPr id="24" name="Picture 23">
            <a:extLst>
              <a:ext uri="{FF2B5EF4-FFF2-40B4-BE49-F238E27FC236}">
                <a16:creationId xmlns:a16="http://schemas.microsoft.com/office/drawing/2014/main" id="{6DC03A21-9375-4AF5-58B4-4A28958E6094}"/>
              </a:ext>
            </a:extLst>
          </p:cNvPr>
          <p:cNvPicPr>
            <a:picLocks noChangeAspect="1"/>
          </p:cNvPicPr>
          <p:nvPr userDrawn="1"/>
        </p:nvPicPr>
        <p:blipFill rotWithShape="1">
          <a:blip r:embed="rId13"/>
          <a:srcRect l="61986" t="27711" r="28684" b="17243"/>
          <a:stretch/>
        </p:blipFill>
        <p:spPr>
          <a:xfrm>
            <a:off x="15219825" y="5428204"/>
            <a:ext cx="504967" cy="1200777"/>
          </a:xfrm>
          <a:prstGeom prst="rect">
            <a:avLst/>
          </a:prstGeom>
        </p:spPr>
      </p:pic>
      <p:pic>
        <p:nvPicPr>
          <p:cNvPr id="25" name="Picture 24">
            <a:extLst>
              <a:ext uri="{FF2B5EF4-FFF2-40B4-BE49-F238E27FC236}">
                <a16:creationId xmlns:a16="http://schemas.microsoft.com/office/drawing/2014/main" id="{56F97354-6329-AF62-7ED8-0767864F20B2}"/>
              </a:ext>
            </a:extLst>
          </p:cNvPr>
          <p:cNvPicPr>
            <a:picLocks noChangeAspect="1"/>
          </p:cNvPicPr>
          <p:nvPr userDrawn="1"/>
        </p:nvPicPr>
        <p:blipFill rotWithShape="1">
          <a:blip r:embed="rId13"/>
          <a:srcRect l="71857" t="20559" r="12509" b="20003"/>
          <a:stretch/>
        </p:blipFill>
        <p:spPr>
          <a:xfrm>
            <a:off x="15808129" y="5278297"/>
            <a:ext cx="846161" cy="1296537"/>
          </a:xfrm>
          <a:prstGeom prst="rect">
            <a:avLst/>
          </a:prstGeom>
        </p:spPr>
      </p:pic>
      <p:sp>
        <p:nvSpPr>
          <p:cNvPr id="26" name="Oval 4">
            <a:extLst>
              <a:ext uri="{FF2B5EF4-FFF2-40B4-BE49-F238E27FC236}">
                <a16:creationId xmlns:a16="http://schemas.microsoft.com/office/drawing/2014/main" id="{B6EE72E2-4DB1-E3AD-AC3F-24D2554EC7DC}"/>
              </a:ext>
            </a:extLst>
          </p:cNvPr>
          <p:cNvSpPr/>
          <p:nvPr userDrawn="1"/>
        </p:nvSpPr>
        <p:spPr>
          <a:xfrm>
            <a:off x="7406585" y="6608362"/>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4">
            <a:extLst>
              <a:ext uri="{FF2B5EF4-FFF2-40B4-BE49-F238E27FC236}">
                <a16:creationId xmlns:a16="http://schemas.microsoft.com/office/drawing/2014/main" id="{FF4EFFE0-7897-DBFD-CE89-6975F79C255D}"/>
              </a:ext>
            </a:extLst>
          </p:cNvPr>
          <p:cNvSpPr/>
          <p:nvPr userDrawn="1"/>
        </p:nvSpPr>
        <p:spPr>
          <a:xfrm>
            <a:off x="7128097" y="4147443"/>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218992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314457556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0" name="Imagen 9" descr="Logotipo&#10;&#10;Descripción generada automáticamente">
            <a:extLst>
              <a:ext uri="{FF2B5EF4-FFF2-40B4-BE49-F238E27FC236}">
                <a16:creationId xmlns:a16="http://schemas.microsoft.com/office/drawing/2014/main" id="{5F9F4966-B59A-90EB-9631-8AF4956225B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438629" y="3457775"/>
            <a:ext cx="11844635" cy="2361100"/>
          </a:xfrm>
          <a:prstGeom prst="rect">
            <a:avLst/>
          </a:prstGeom>
        </p:spPr>
      </p:pic>
    </p:spTree>
    <p:extLst>
      <p:ext uri="{BB962C8B-B14F-4D97-AF65-F5344CB8AC3E}">
        <p14:creationId xmlns:p14="http://schemas.microsoft.com/office/powerpoint/2010/main" val="11482476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063852907"/>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8" y="3863807"/>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5" y="550683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5" y="3840853"/>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2" y="5483872"/>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0"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0" y="3857901"/>
            <a:ext cx="3675025" cy="1411172"/>
          </a:xfrm>
          <a:prstGeom prst="rect">
            <a:avLst/>
          </a:prstGeom>
          <a:noFill/>
          <a:ln w="44450" cap="sq">
            <a:noFill/>
            <a:miter lim="800000"/>
          </a:ln>
        </p:spPr>
        <p:txBody>
          <a:bodyPr lIns="91434" tIns="45717" rIns="91434" bIns="45717" anchor="b">
            <a:normAutofit/>
          </a:bodyPr>
          <a:lstStyle>
            <a:lvl1pPr marL="0" indent="0" algn="ctr">
              <a:buNone/>
              <a:defRPr sz="9491">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3"/>
            <a:ext cx="3673319" cy="743912"/>
          </a:xfrm>
          <a:prstGeom prst="rect">
            <a:avLst/>
          </a:prstGeom>
          <a:noFill/>
        </p:spPr>
        <p:txBody>
          <a:bodyPr lIns="91434" tIns="45717" rIns="91434" bIns="45717"/>
          <a:lstStyle>
            <a:lvl1pPr marL="0" indent="0" algn="ctr">
              <a:buNone/>
              <a:defRPr sz="2876">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5"/>
            <a:ext cx="4556775" cy="1593296"/>
          </a:xfrm>
          <a:prstGeom prst="rect">
            <a:avLst/>
          </a:prstGeom>
          <a:noFill/>
        </p:spPr>
        <p:txBody>
          <a:bodyPr wrap="none" lIns="131484" tIns="65742" rIns="131484" bIns="65742" rtlCol="0">
            <a:spAutoFit/>
          </a:bodyPr>
          <a:lstStyle/>
          <a:p>
            <a:r>
              <a:rPr lang="pt-BR" sz="9491">
                <a:solidFill>
                  <a:schemeClr val="tx2"/>
                </a:solidFill>
                <a:latin typeface="DM Sans" pitchFamily="2" charset="0"/>
              </a:rPr>
              <a:t>Agenda</a:t>
            </a:r>
            <a:endParaRPr lang="en-US" sz="9491">
              <a:solidFill>
                <a:schemeClr val="tx2"/>
              </a:solidFill>
              <a:latin typeface="DM Sans" pitchFamily="2" charset="0"/>
            </a:endParaRPr>
          </a:p>
        </p:txBody>
      </p:sp>
      <p:cxnSp>
        <p:nvCxnSpPr>
          <p:cNvPr id="20" name="Conector reto 12">
            <a:extLst>
              <a:ext uri="{FF2B5EF4-FFF2-40B4-BE49-F238E27FC236}">
                <a16:creationId xmlns:a16="http://schemas.microsoft.com/office/drawing/2014/main" id="{86919837-450A-00C7-A47D-9A39FD44ABD0}"/>
              </a:ext>
            </a:extLst>
          </p:cNvPr>
          <p:cNvCxnSpPr/>
          <p:nvPr userDrawn="1"/>
        </p:nvCxnSpPr>
        <p:spPr>
          <a:xfrm>
            <a:off x="1314931" y="12834754"/>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5"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A0570105-FB3E-0016-9B6E-786C8357E3F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Tree>
    <p:extLst>
      <p:ext uri="{BB962C8B-B14F-4D97-AF65-F5344CB8AC3E}">
        <p14:creationId xmlns:p14="http://schemas.microsoft.com/office/powerpoint/2010/main" val="248800206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259108336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p:nvPr>
        </p:nvSpPr>
        <p:spPr>
          <a:xfrm>
            <a:off x="1205350" y="564473"/>
            <a:ext cx="15121652" cy="90787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cxnSp>
        <p:nvCxnSpPr>
          <p:cNvPr id="7" name="Conector reto 12">
            <a:extLst>
              <a:ext uri="{FF2B5EF4-FFF2-40B4-BE49-F238E27FC236}">
                <a16:creationId xmlns:a16="http://schemas.microsoft.com/office/drawing/2014/main" id="{8F6FE0E8-D6AE-B42B-D06E-5A00B9B24985}"/>
              </a:ext>
            </a:extLst>
          </p:cNvPr>
          <p:cNvCxnSpPr/>
          <p:nvPr userDrawn="1"/>
        </p:nvCxnSpPr>
        <p:spPr>
          <a:xfrm>
            <a:off x="1314931" y="12540282"/>
            <a:ext cx="22579750" cy="0"/>
          </a:xfrm>
          <a:prstGeom prst="line">
            <a:avLst/>
          </a:prstGeom>
          <a:ln w="12700">
            <a:solidFill>
              <a:srgbClr val="00436D"/>
            </a:solidFill>
          </a:ln>
        </p:spPr>
        <p:style>
          <a:lnRef idx="1">
            <a:schemeClr val="accent1"/>
          </a:lnRef>
          <a:fillRef idx="0">
            <a:schemeClr val="accent1"/>
          </a:fillRef>
          <a:effectRef idx="0">
            <a:schemeClr val="accent1"/>
          </a:effectRef>
          <a:fontRef idx="minor">
            <a:schemeClr val="tx1"/>
          </a:fontRef>
        </p:style>
      </p:cxn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29" y="9018410"/>
            <a:ext cx="1542227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9" y="1444934"/>
            <a:ext cx="15679247"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C6748F30-4954-6ABA-75DF-41F60085869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7" y="8914275"/>
            <a:ext cx="1382387" cy="1035667"/>
          </a:xfrm>
          <a:prstGeom prst="rect">
            <a:avLst/>
          </a:prstGeom>
        </p:spPr>
      </p:pic>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pic>
        <p:nvPicPr>
          <p:cNvPr id="3" name="Picture 2" descr="Shape&#10;&#10;Description automatically generated">
            <a:extLst>
              <a:ext uri="{FF2B5EF4-FFF2-40B4-BE49-F238E27FC236}">
                <a16:creationId xmlns:a16="http://schemas.microsoft.com/office/drawing/2014/main" id="{7910D718-0075-ACBE-2861-0985E14771E5}"/>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rot="16200000">
            <a:off x="11774508" y="3077689"/>
            <a:ext cx="8381447" cy="4201200"/>
          </a:xfrm>
          <a:prstGeom prst="rect">
            <a:avLst/>
          </a:prstGeom>
        </p:spPr>
      </p:pic>
    </p:spTree>
    <p:extLst>
      <p:ext uri="{BB962C8B-B14F-4D97-AF65-F5344CB8AC3E}">
        <p14:creationId xmlns:p14="http://schemas.microsoft.com/office/powerpoint/2010/main" val="21799979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5_Section Header">
    <p:bg>
      <p:bgPr>
        <a:solidFill>
          <a:schemeClr val="bg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893321694"/>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10"/>
            <a:ext cx="15121652" cy="902828"/>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sp>
        <p:nvSpPr>
          <p:cNvPr id="9" name="Content Placeholder 2">
            <a:extLst>
              <a:ext uri="{FF2B5EF4-FFF2-40B4-BE49-F238E27FC236}">
                <a16:creationId xmlns:a16="http://schemas.microsoft.com/office/drawing/2014/main" id="{68073B40-971E-2009-F0CC-2BEAA6319E36}"/>
              </a:ext>
            </a:extLst>
          </p:cNvPr>
          <p:cNvSpPr>
            <a:spLocks noGrp="1"/>
          </p:cNvSpPr>
          <p:nvPr>
            <p:ph idx="1"/>
          </p:nvPr>
        </p:nvSpPr>
        <p:spPr>
          <a:xfrm>
            <a:off x="1205350" y="2626027"/>
            <a:ext cx="15121652" cy="6259077"/>
          </a:xfrm>
          <a:prstGeom prst="rect">
            <a:avLst/>
          </a:prstGeom>
        </p:spPr>
        <p:txBody>
          <a:bodyPr/>
          <a:lstStyle>
            <a:lvl1pPr>
              <a:defRPr>
                <a:solidFill>
                  <a:schemeClr val="bg1"/>
                </a:solidFill>
                <a:latin typeface="DM Sans" pitchFamily="2" charset="0"/>
              </a:defRPr>
            </a:lvl1pPr>
            <a:lvl2pPr>
              <a:defRPr>
                <a:solidFill>
                  <a:schemeClr val="bg1"/>
                </a:solidFill>
                <a:latin typeface="DM Sans" pitchFamily="2" charset="0"/>
              </a:defRPr>
            </a:lvl2pPr>
            <a:lvl3pPr>
              <a:defRPr>
                <a:solidFill>
                  <a:schemeClr val="bg1"/>
                </a:solidFill>
                <a:latin typeface="DM Sans" pitchFamily="2" charset="0"/>
              </a:defRPr>
            </a:lvl3pPr>
            <a:lvl4pPr>
              <a:defRPr>
                <a:solidFill>
                  <a:schemeClr val="bg1"/>
                </a:solidFill>
                <a:latin typeface="DM Sans" pitchFamily="2" charset="0"/>
              </a:defRPr>
            </a:lvl4pPr>
            <a:lvl5pPr>
              <a:defRPr>
                <a:solidFill>
                  <a:schemeClr val="bg1"/>
                </a:solidFill>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Conector reto 2">
            <a:extLst>
              <a:ext uri="{FF2B5EF4-FFF2-40B4-BE49-F238E27FC236}">
                <a16:creationId xmlns:a16="http://schemas.microsoft.com/office/drawing/2014/main" id="{C675DBA4-5533-3C78-B9A6-6C7E42D2B9DA}"/>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18" name="Picture 17" descr="Logo&#10;&#10;Description automatically generated">
            <a:extLst>
              <a:ext uri="{FF2B5EF4-FFF2-40B4-BE49-F238E27FC236}">
                <a16:creationId xmlns:a16="http://schemas.microsoft.com/office/drawing/2014/main" id="{2346F9F3-DBA2-84E8-9FC6-2083326B45E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25" name="Footer Placeholder 4">
            <a:extLst>
              <a:ext uri="{FF2B5EF4-FFF2-40B4-BE49-F238E27FC236}">
                <a16:creationId xmlns:a16="http://schemas.microsoft.com/office/drawing/2014/main" id="{55A8BE88-9348-E9A9-565F-C1B9C781475B}"/>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spTree>
    <p:extLst>
      <p:ext uri="{BB962C8B-B14F-4D97-AF65-F5344CB8AC3E}">
        <p14:creationId xmlns:p14="http://schemas.microsoft.com/office/powerpoint/2010/main" val="32945791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6_Section Header">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622560066"/>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13" name="Picture 12" descr="Logo, company name&#10;&#10;Description automatically generated">
            <a:extLst>
              <a:ext uri="{FF2B5EF4-FFF2-40B4-BE49-F238E27FC236}">
                <a16:creationId xmlns:a16="http://schemas.microsoft.com/office/drawing/2014/main" id="{35B43310-88E7-F65C-442E-2386FB30E673}"/>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
        <p:nvSpPr>
          <p:cNvPr id="7" name="Title 1">
            <a:extLst>
              <a:ext uri="{FF2B5EF4-FFF2-40B4-BE49-F238E27FC236}">
                <a16:creationId xmlns:a16="http://schemas.microsoft.com/office/drawing/2014/main" id="{A910720C-0039-EF86-8BA7-0A6C5433C71B}"/>
              </a:ext>
            </a:extLst>
          </p:cNvPr>
          <p:cNvSpPr>
            <a:spLocks noGrp="1"/>
          </p:cNvSpPr>
          <p:nvPr>
            <p:ph type="title"/>
          </p:nvPr>
        </p:nvSpPr>
        <p:spPr>
          <a:xfrm>
            <a:off x="1205350" y="525209"/>
            <a:ext cx="15121652" cy="919239"/>
          </a:xfrm>
          <a:prstGeom prst="rect">
            <a:avLst/>
          </a:prstGeom>
        </p:spPr>
        <p:txBody>
          <a:bodyPr vert="horz"/>
          <a:lstStyle>
            <a:lvl1pPr>
              <a:defRPr sz="5177">
                <a:solidFill>
                  <a:schemeClr val="bg1"/>
                </a:solidFill>
                <a:latin typeface="DM Sans" pitchFamily="2" charset="0"/>
              </a:defRPr>
            </a:lvl1pPr>
          </a:lstStyle>
          <a:p>
            <a:r>
              <a:rPr lang="en-US"/>
              <a:t>Click to edit Master title style</a:t>
            </a:r>
          </a:p>
        </p:txBody>
      </p:sp>
      <p:cxnSp>
        <p:nvCxnSpPr>
          <p:cNvPr id="11" name="Conector reto 12">
            <a:extLst>
              <a:ext uri="{FF2B5EF4-FFF2-40B4-BE49-F238E27FC236}">
                <a16:creationId xmlns:a16="http://schemas.microsoft.com/office/drawing/2014/main" id="{BEB3AAC1-C310-C516-9DDD-8F50C21593BE}"/>
              </a:ext>
            </a:extLst>
          </p:cNvPr>
          <p:cNvCxnSpPr/>
          <p:nvPr userDrawn="1"/>
        </p:nvCxnSpPr>
        <p:spPr>
          <a:xfrm>
            <a:off x="1007755" y="9018410"/>
            <a:ext cx="1542227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Footer Placeholder 4">
            <a:extLst>
              <a:ext uri="{FF2B5EF4-FFF2-40B4-BE49-F238E27FC236}">
                <a16:creationId xmlns:a16="http://schemas.microsoft.com/office/drawing/2014/main" id="{74EED22B-E715-8F56-5049-41B431887B86}"/>
              </a:ext>
            </a:extLst>
          </p:cNvPr>
          <p:cNvSpPr>
            <a:spLocks noGrp="1"/>
          </p:cNvSpPr>
          <p:nvPr>
            <p:ph type="ftr" sz="quarter" idx="11"/>
          </p:nvPr>
        </p:nvSpPr>
        <p:spPr>
          <a:xfrm>
            <a:off x="3000731" y="9143142"/>
            <a:ext cx="11530888" cy="525205"/>
          </a:xfrm>
        </p:spPr>
        <p:txBody>
          <a:bodyPr/>
          <a:lstStyle>
            <a:lvl1pPr>
              <a:defRPr>
                <a:solidFill>
                  <a:schemeClr val="bg1"/>
                </a:solidFill>
                <a:latin typeface="DM Sans" pitchFamily="2" charset="0"/>
              </a:defRPr>
            </a:lvl1pPr>
          </a:lstStyle>
          <a:p>
            <a:endParaRPr lang="en-US"/>
          </a:p>
        </p:txBody>
      </p:sp>
      <p:cxnSp>
        <p:nvCxnSpPr>
          <p:cNvPr id="2" name="Conector reto 2">
            <a:extLst>
              <a:ext uri="{FF2B5EF4-FFF2-40B4-BE49-F238E27FC236}">
                <a16:creationId xmlns:a16="http://schemas.microsoft.com/office/drawing/2014/main" id="{FF8354DE-14EA-CD0D-1160-B58703E7A9B1}"/>
              </a:ext>
            </a:extLst>
          </p:cNvPr>
          <p:cNvCxnSpPr/>
          <p:nvPr userDrawn="1"/>
        </p:nvCxnSpPr>
        <p:spPr>
          <a:xfrm>
            <a:off x="913079" y="1444403"/>
            <a:ext cx="1567924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44734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Two Content">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7149A0BD-B86F-E99A-385C-5A9416E7251B}"/>
              </a:ext>
            </a:extLst>
          </p:cNvPr>
          <p:cNvGraphicFramePr>
            <a:graphicFrameLocks noChangeAspect="1"/>
          </p:cNvGraphicFramePr>
          <p:nvPr userDrawn="1">
            <p:custDataLst>
              <p:tags r:id="rId1"/>
            </p:custDataLst>
            <p:extLst>
              <p:ext uri="{D42A27DB-BD31-4B8C-83A1-F6EECF244321}">
                <p14:modId xmlns:p14="http://schemas.microsoft.com/office/powerpoint/2010/main" val="1215780060"/>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9" name="Object 8" hidden="1">
                        <a:extLst>
                          <a:ext uri="{FF2B5EF4-FFF2-40B4-BE49-F238E27FC236}">
                            <a16:creationId xmlns:a16="http://schemas.microsoft.com/office/drawing/2014/main" id="{7149A0BD-B86F-E99A-385C-5A9416E7251B}"/>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8" name="Imagem 10">
            <a:extLst>
              <a:ext uri="{FF2B5EF4-FFF2-40B4-BE49-F238E27FC236}">
                <a16:creationId xmlns:a16="http://schemas.microsoft.com/office/drawing/2014/main" id="{9072D5D8-9AFD-3102-BADF-14BAE68400D2}"/>
              </a:ext>
            </a:extLst>
          </p:cNvPr>
          <p:cNvPicPr>
            <a:picLocks noChangeAspect="1"/>
          </p:cNvPicPr>
          <p:nvPr userDrawn="1"/>
        </p:nvPicPr>
        <p:blipFill rotWithShape="1">
          <a:blip r:embed="rId5"/>
          <a:srcRect l="21273" t="21888" r="21273" b="21664"/>
          <a:stretch/>
        </p:blipFill>
        <p:spPr>
          <a:xfrm>
            <a:off x="-1" y="0"/>
            <a:ext cx="17532351" cy="9864725"/>
          </a:xfrm>
          <a:prstGeom prst="rect">
            <a:avLst/>
          </a:prstGeom>
        </p:spPr>
      </p:pic>
      <p:sp>
        <p:nvSpPr>
          <p:cNvPr id="14" name="Footer Placeholder 4">
            <a:extLst>
              <a:ext uri="{FF2B5EF4-FFF2-40B4-BE49-F238E27FC236}">
                <a16:creationId xmlns:a16="http://schemas.microsoft.com/office/drawing/2014/main" id="{3CEE2381-7AA8-93FF-0CE8-F892DDA61C49}"/>
              </a:ext>
            </a:extLst>
          </p:cNvPr>
          <p:cNvSpPr>
            <a:spLocks noGrp="1"/>
          </p:cNvSpPr>
          <p:nvPr>
            <p:ph type="ftr" sz="quarter" idx="11"/>
          </p:nvPr>
        </p:nvSpPr>
        <p:spPr>
          <a:xfrm>
            <a:off x="3000731" y="9143142"/>
            <a:ext cx="11530888" cy="525205"/>
          </a:xfrm>
        </p:spPr>
        <p:txBody>
          <a:bodyPr/>
          <a:lstStyle>
            <a:lvl1pPr>
              <a:defRPr>
                <a:latin typeface="DM Sans" pitchFamily="2" charset="0"/>
              </a:defRPr>
            </a:lvl1pPr>
          </a:lstStyle>
          <a:p>
            <a:endParaRPr lang="en-US"/>
          </a:p>
        </p:txBody>
      </p:sp>
      <p:sp>
        <p:nvSpPr>
          <p:cNvPr id="2" name="Title 1">
            <a:extLst>
              <a:ext uri="{FF2B5EF4-FFF2-40B4-BE49-F238E27FC236}">
                <a16:creationId xmlns:a16="http://schemas.microsoft.com/office/drawing/2014/main" id="{06C4AF49-1C09-84C6-03AA-91D4DA54A3D5}"/>
              </a:ext>
            </a:extLst>
          </p:cNvPr>
          <p:cNvSpPr>
            <a:spLocks noGrp="1"/>
          </p:cNvSpPr>
          <p:nvPr>
            <p:ph type="title"/>
          </p:nvPr>
        </p:nvSpPr>
        <p:spPr>
          <a:xfrm>
            <a:off x="3930197" y="564473"/>
            <a:ext cx="9589406" cy="1111927"/>
          </a:xfrm>
          <a:prstGeom prst="rect">
            <a:avLst/>
          </a:prstGeom>
        </p:spPr>
        <p:txBody>
          <a:bodyPr vert="horz"/>
          <a:lstStyle>
            <a:lvl1pPr>
              <a:defRPr sz="5177">
                <a:solidFill>
                  <a:schemeClr val="tx1"/>
                </a:solidFill>
                <a:latin typeface="DM Sans" pitchFamily="2" charset="0"/>
              </a:defRPr>
            </a:lvl1pPr>
          </a:lstStyle>
          <a:p>
            <a:r>
              <a:rPr lang="en-US"/>
              <a:t>Click to edit Master title style</a:t>
            </a:r>
          </a:p>
        </p:txBody>
      </p:sp>
    </p:spTree>
    <p:extLst>
      <p:ext uri="{BB962C8B-B14F-4D97-AF65-F5344CB8AC3E}">
        <p14:creationId xmlns:p14="http://schemas.microsoft.com/office/powerpoint/2010/main" val="9040223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Custom Layout">
    <p:bg>
      <p:bgPr>
        <a:solidFill>
          <a:schemeClr val="tx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8F7C33B0-7533-DE54-DE8D-C9D6DE20A6E2}"/>
              </a:ext>
            </a:extLst>
          </p:cNvPr>
          <p:cNvGraphicFramePr>
            <a:graphicFrameLocks noChangeAspect="1"/>
          </p:cNvGraphicFramePr>
          <p:nvPr userDrawn="1">
            <p:custDataLst>
              <p:tags r:id="rId1"/>
            </p:custDataLst>
            <p:extLst>
              <p:ext uri="{D42A27DB-BD31-4B8C-83A1-F6EECF244321}">
                <p14:modId xmlns:p14="http://schemas.microsoft.com/office/powerpoint/2010/main" val="2357244975"/>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8F7C33B0-7533-DE54-DE8D-C9D6DE20A6E2}"/>
                          </a:ext>
                        </a:extLst>
                      </p:cNvPr>
                      <p:cNvPicPr/>
                      <p:nvPr/>
                    </p:nvPicPr>
                    <p:blipFill>
                      <a:blip r:embed="rId4"/>
                      <a:stretch>
                        <a:fillRect/>
                      </a:stretch>
                    </p:blipFill>
                    <p:spPr>
                      <a:xfrm>
                        <a:off x="2283" y="2284"/>
                        <a:ext cx="2284" cy="2284"/>
                      </a:xfrm>
                      <a:prstGeom prst="rect">
                        <a:avLst/>
                      </a:prstGeom>
                    </p:spPr>
                  </p:pic>
                </p:oleObj>
              </mc:Fallback>
            </mc:AlternateContent>
          </a:graphicData>
        </a:graphic>
      </p:graphicFrame>
      <p:pic>
        <p:nvPicPr>
          <p:cNvPr id="6" name="Imagem 7">
            <a:extLst>
              <a:ext uri="{FF2B5EF4-FFF2-40B4-BE49-F238E27FC236}">
                <a16:creationId xmlns:a16="http://schemas.microsoft.com/office/drawing/2014/main" id="{C68913BB-90DE-9372-5B77-ED0F7DCF3586}"/>
              </a:ext>
            </a:extLst>
          </p:cNvPr>
          <p:cNvPicPr>
            <a:picLocks noChangeAspect="1"/>
          </p:cNvPicPr>
          <p:nvPr userDrawn="1"/>
        </p:nvPicPr>
        <p:blipFill rotWithShape="1">
          <a:blip r:embed="rId5"/>
          <a:srcRect t="21776" r="69864" b="21776"/>
          <a:stretch/>
        </p:blipFill>
        <p:spPr>
          <a:xfrm>
            <a:off x="8334441" y="0"/>
            <a:ext cx="9197909" cy="9864725"/>
          </a:xfrm>
          <a:prstGeom prst="rect">
            <a:avLst/>
          </a:prstGeom>
        </p:spPr>
      </p:pic>
      <p:sp>
        <p:nvSpPr>
          <p:cNvPr id="7" name="Title 1">
            <a:extLst>
              <a:ext uri="{FF2B5EF4-FFF2-40B4-BE49-F238E27FC236}">
                <a16:creationId xmlns:a16="http://schemas.microsoft.com/office/drawing/2014/main" id="{8D860EEC-9D7A-3F47-AA1F-46C1D09BE818}"/>
              </a:ext>
            </a:extLst>
          </p:cNvPr>
          <p:cNvSpPr>
            <a:spLocks noGrp="1"/>
          </p:cNvSpPr>
          <p:nvPr>
            <p:ph type="title"/>
          </p:nvPr>
        </p:nvSpPr>
        <p:spPr>
          <a:xfrm>
            <a:off x="698162" y="525209"/>
            <a:ext cx="15121652" cy="919239"/>
          </a:xfrm>
          <a:prstGeom prst="rect">
            <a:avLst/>
          </a:prstGeom>
        </p:spPr>
        <p:txBody>
          <a:bodyPr vert="horz"/>
          <a:lstStyle>
            <a:lvl1pPr>
              <a:defRPr>
                <a:solidFill>
                  <a:schemeClr val="bg1"/>
                </a:solidFill>
                <a:latin typeface="DM Sans" pitchFamily="2" charset="0"/>
              </a:defRPr>
            </a:lvl1pPr>
          </a:lstStyle>
          <a:p>
            <a:r>
              <a:rPr lang="en-US"/>
              <a:t>Click to edit Master title</a:t>
            </a:r>
          </a:p>
        </p:txBody>
      </p:sp>
      <p:sp>
        <p:nvSpPr>
          <p:cNvPr id="15" name="Footer Placeholder 4">
            <a:extLst>
              <a:ext uri="{FF2B5EF4-FFF2-40B4-BE49-F238E27FC236}">
                <a16:creationId xmlns:a16="http://schemas.microsoft.com/office/drawing/2014/main" id="{A2ADC096-D227-2F99-63B6-EF8C0BD32E5E}"/>
              </a:ext>
            </a:extLst>
          </p:cNvPr>
          <p:cNvSpPr>
            <a:spLocks noGrp="1"/>
          </p:cNvSpPr>
          <p:nvPr>
            <p:ph type="ftr" sz="quarter" idx="11"/>
          </p:nvPr>
        </p:nvSpPr>
        <p:spPr>
          <a:xfrm>
            <a:off x="2700173" y="9143142"/>
            <a:ext cx="11530888" cy="525205"/>
          </a:xfrm>
        </p:spPr>
        <p:txBody>
          <a:bodyPr/>
          <a:lstStyle>
            <a:lvl1pPr>
              <a:defRPr>
                <a:solidFill>
                  <a:schemeClr val="bg1"/>
                </a:solidFill>
                <a:latin typeface="DM Sans" pitchFamily="2" charset="0"/>
              </a:defRPr>
            </a:lvl1pPr>
          </a:lstStyle>
          <a:p>
            <a:endParaRPr lang="en-US"/>
          </a:p>
        </p:txBody>
      </p:sp>
      <p:pic>
        <p:nvPicPr>
          <p:cNvPr id="16" name="Picture 15" descr="Logo, company name&#10;&#10;Description automatically generated">
            <a:extLst>
              <a:ext uri="{FF2B5EF4-FFF2-40B4-BE49-F238E27FC236}">
                <a16:creationId xmlns:a16="http://schemas.microsoft.com/office/drawing/2014/main" id="{C905770B-F100-8706-1376-988FD8BE642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623738" y="8914275"/>
            <a:ext cx="1382388" cy="1035667"/>
          </a:xfrm>
          <a:prstGeom prst="rect">
            <a:avLst/>
          </a:prstGeom>
        </p:spPr>
      </p:pic>
    </p:spTree>
    <p:extLst>
      <p:ext uri="{BB962C8B-B14F-4D97-AF65-F5344CB8AC3E}">
        <p14:creationId xmlns:p14="http://schemas.microsoft.com/office/powerpoint/2010/main" val="14698029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360D432-F57B-C6B1-8EFD-3489A15746C0}"/>
              </a:ext>
            </a:extLst>
          </p:cNvPr>
          <p:cNvGraphicFramePr>
            <a:graphicFrameLocks noChangeAspect="1"/>
          </p:cNvGraphicFramePr>
          <p:nvPr userDrawn="1">
            <p:custDataLst>
              <p:tags r:id="rId1"/>
            </p:custDataLst>
            <p:extLst>
              <p:ext uri="{D42A27DB-BD31-4B8C-83A1-F6EECF244321}">
                <p14:modId xmlns:p14="http://schemas.microsoft.com/office/powerpoint/2010/main" val="41442725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5" name="Object 4" hidden="1">
                        <a:extLst>
                          <a:ext uri="{FF2B5EF4-FFF2-40B4-BE49-F238E27FC236}">
                            <a16:creationId xmlns:a16="http://schemas.microsoft.com/office/drawing/2014/main" id="{E360D432-F57B-C6B1-8EFD-3489A15746C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4F5427C-C502-CEA4-DFC3-19DBE8A35927}"/>
              </a:ext>
            </a:extLst>
          </p:cNvPr>
          <p:cNvSpPr>
            <a:spLocks noGrp="1"/>
          </p:cNvSpPr>
          <p:nvPr>
            <p:ph type="title" hasCustomPrompt="1"/>
          </p:nvPr>
        </p:nvSpPr>
        <p:spPr>
          <a:xfrm>
            <a:off x="1204913" y="525463"/>
            <a:ext cx="15122525" cy="1906587"/>
          </a:xfrm>
          <a:prstGeom prst="rect">
            <a:avLst/>
          </a:prstGeom>
        </p:spPr>
        <p:txBody>
          <a:bodyPr vert="horz"/>
          <a:lstStyle>
            <a:lvl1pPr>
              <a:defRPr/>
            </a:lvl1pPr>
          </a:lstStyle>
          <a:p>
            <a:r>
              <a:rPr lang="en-US"/>
              <a:t>Zentria icons</a:t>
            </a:r>
          </a:p>
        </p:txBody>
      </p:sp>
      <p:sp>
        <p:nvSpPr>
          <p:cNvPr id="3" name="Footer Placeholder 2">
            <a:extLst>
              <a:ext uri="{FF2B5EF4-FFF2-40B4-BE49-F238E27FC236}">
                <a16:creationId xmlns:a16="http://schemas.microsoft.com/office/drawing/2014/main" id="{22991FF1-B668-E25B-24F3-867AB243B0AC}"/>
              </a:ext>
            </a:extLst>
          </p:cNvPr>
          <p:cNvSpPr>
            <a:spLocks noGrp="1"/>
          </p:cNvSpPr>
          <p:nvPr>
            <p:ph type="ftr" sz="quarter" idx="10"/>
          </p:nvPr>
        </p:nvSpPr>
        <p:spPr/>
        <p:txBody>
          <a:bodyPr/>
          <a:lstStyle/>
          <a:p>
            <a:endParaRPr lang="en-US"/>
          </a:p>
        </p:txBody>
      </p:sp>
      <p:pic>
        <p:nvPicPr>
          <p:cNvPr id="7" name="Picture 6" descr="A picture containing light&#10;&#10;Description automatically generated">
            <a:extLst>
              <a:ext uri="{FF2B5EF4-FFF2-40B4-BE49-F238E27FC236}">
                <a16:creationId xmlns:a16="http://schemas.microsoft.com/office/drawing/2014/main" id="{ED4A1CAA-0D21-456F-697D-BBEF1872D32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77990" y="2777455"/>
            <a:ext cx="4315201" cy="2154907"/>
          </a:xfrm>
          <a:prstGeom prst="rect">
            <a:avLst/>
          </a:prstGeom>
        </p:spPr>
      </p:pic>
      <p:pic>
        <p:nvPicPr>
          <p:cNvPr id="9" name="Picture 8" descr="A picture containing laser, way&#10;&#10;Description automatically generated">
            <a:extLst>
              <a:ext uri="{FF2B5EF4-FFF2-40B4-BE49-F238E27FC236}">
                <a16:creationId xmlns:a16="http://schemas.microsoft.com/office/drawing/2014/main" id="{98730E00-EE2B-A2CF-58BD-46F6EAC296BC}"/>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446275" y="2774760"/>
            <a:ext cx="4315201" cy="2160294"/>
          </a:xfrm>
          <a:prstGeom prst="rect">
            <a:avLst/>
          </a:prstGeom>
        </p:spPr>
      </p:pic>
      <p:pic>
        <p:nvPicPr>
          <p:cNvPr id="11" name="Picture 10" descr="Shape, icon&#10;&#10;Description automatically generated">
            <a:extLst>
              <a:ext uri="{FF2B5EF4-FFF2-40B4-BE49-F238E27FC236}">
                <a16:creationId xmlns:a16="http://schemas.microsoft.com/office/drawing/2014/main" id="{CF04179F-9D3C-37BD-410F-7BEDE8BD585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8856578" y="2064180"/>
            <a:ext cx="5736361" cy="2868182"/>
          </a:xfrm>
          <a:prstGeom prst="rect">
            <a:avLst/>
          </a:prstGeom>
        </p:spPr>
      </p:pic>
      <p:pic>
        <p:nvPicPr>
          <p:cNvPr id="13" name="Picture 12" descr="Shape&#10;&#10;Description automatically generated">
            <a:extLst>
              <a:ext uri="{FF2B5EF4-FFF2-40B4-BE49-F238E27FC236}">
                <a16:creationId xmlns:a16="http://schemas.microsoft.com/office/drawing/2014/main" id="{BC2EF6DC-84A8-FC16-B86E-DD0E164789A9}"/>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8569759" y="3693629"/>
            <a:ext cx="6309997" cy="3162886"/>
          </a:xfrm>
          <a:prstGeom prst="rect">
            <a:avLst/>
          </a:prstGeom>
        </p:spPr>
      </p:pic>
      <p:pic>
        <p:nvPicPr>
          <p:cNvPr id="15" name="Picture 14">
            <a:extLst>
              <a:ext uri="{FF2B5EF4-FFF2-40B4-BE49-F238E27FC236}">
                <a16:creationId xmlns:a16="http://schemas.microsoft.com/office/drawing/2014/main" id="{38C6A0AA-D4D0-EB37-F0B9-4B5ECFAC8B2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957403" y="4063986"/>
            <a:ext cx="6317885" cy="3155000"/>
          </a:xfrm>
          <a:prstGeom prst="rect">
            <a:avLst/>
          </a:prstGeom>
        </p:spPr>
      </p:pic>
      <p:pic>
        <p:nvPicPr>
          <p:cNvPr id="17" name="Picture 16" descr="A picture containing indoor, laser, domestic cat&#10;&#10;Description automatically generated">
            <a:extLst>
              <a:ext uri="{FF2B5EF4-FFF2-40B4-BE49-F238E27FC236}">
                <a16:creationId xmlns:a16="http://schemas.microsoft.com/office/drawing/2014/main" id="{AE522012-22F5-0D3F-18B7-36CDEA24BBB8}"/>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57402" y="5977561"/>
            <a:ext cx="6317885" cy="3162886"/>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32A14AEF-961F-CD01-15B2-ACD63346B2C0}"/>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8920823" y="4718674"/>
            <a:ext cx="6317885" cy="3155000"/>
          </a:xfrm>
          <a:prstGeom prst="rect">
            <a:avLst/>
          </a:prstGeom>
        </p:spPr>
      </p:pic>
      <p:pic>
        <p:nvPicPr>
          <p:cNvPr id="21" name="Picture 20" descr="A picture containing laser, night sky&#10;&#10;Description automatically generated">
            <a:extLst>
              <a:ext uri="{FF2B5EF4-FFF2-40B4-BE49-F238E27FC236}">
                <a16:creationId xmlns:a16="http://schemas.microsoft.com/office/drawing/2014/main" id="{306D1A31-6192-4B53-E920-EFB8610544EE}"/>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8710873" y="5926566"/>
            <a:ext cx="6949674" cy="3479175"/>
          </a:xfrm>
          <a:prstGeom prst="rect">
            <a:avLst/>
          </a:prstGeom>
        </p:spPr>
      </p:pic>
      <p:pic>
        <p:nvPicPr>
          <p:cNvPr id="22" name="Picture 21">
            <a:extLst>
              <a:ext uri="{FF2B5EF4-FFF2-40B4-BE49-F238E27FC236}">
                <a16:creationId xmlns:a16="http://schemas.microsoft.com/office/drawing/2014/main" id="{C8C3A544-6363-90C8-30E6-F088B2B25E6E}"/>
              </a:ext>
            </a:extLst>
          </p:cNvPr>
          <p:cNvPicPr>
            <a:picLocks noChangeAspect="1"/>
          </p:cNvPicPr>
          <p:nvPr userDrawn="1"/>
        </p:nvPicPr>
        <p:blipFill rotWithShape="1">
          <a:blip r:embed="rId13"/>
          <a:srcRect l="9281" t="16881" r="60208" b="17242"/>
          <a:stretch/>
        </p:blipFill>
        <p:spPr>
          <a:xfrm>
            <a:off x="14763763" y="6998676"/>
            <a:ext cx="1651380" cy="1436982"/>
          </a:xfrm>
          <a:prstGeom prst="rect">
            <a:avLst/>
          </a:prstGeom>
        </p:spPr>
      </p:pic>
      <p:pic>
        <p:nvPicPr>
          <p:cNvPr id="23" name="Picture 22">
            <a:extLst>
              <a:ext uri="{FF2B5EF4-FFF2-40B4-BE49-F238E27FC236}">
                <a16:creationId xmlns:a16="http://schemas.microsoft.com/office/drawing/2014/main" id="{0FB22998-185A-2EE3-810A-E4AE7FC0FE45}"/>
              </a:ext>
            </a:extLst>
          </p:cNvPr>
          <p:cNvPicPr>
            <a:picLocks noChangeAspect="1"/>
          </p:cNvPicPr>
          <p:nvPr userDrawn="1"/>
        </p:nvPicPr>
        <p:blipFill rotWithShape="1">
          <a:blip r:embed="rId13"/>
          <a:srcRect l="40044" t="28434" r="38523" b="11508"/>
          <a:stretch/>
        </p:blipFill>
        <p:spPr>
          <a:xfrm>
            <a:off x="15219825" y="3719111"/>
            <a:ext cx="1160060" cy="1310080"/>
          </a:xfrm>
          <a:prstGeom prst="rect">
            <a:avLst/>
          </a:prstGeom>
        </p:spPr>
      </p:pic>
      <p:pic>
        <p:nvPicPr>
          <p:cNvPr id="24" name="Picture 23">
            <a:extLst>
              <a:ext uri="{FF2B5EF4-FFF2-40B4-BE49-F238E27FC236}">
                <a16:creationId xmlns:a16="http://schemas.microsoft.com/office/drawing/2014/main" id="{6DC03A21-9375-4AF5-58B4-4A28958E6094}"/>
              </a:ext>
            </a:extLst>
          </p:cNvPr>
          <p:cNvPicPr>
            <a:picLocks noChangeAspect="1"/>
          </p:cNvPicPr>
          <p:nvPr userDrawn="1"/>
        </p:nvPicPr>
        <p:blipFill rotWithShape="1">
          <a:blip r:embed="rId13"/>
          <a:srcRect l="61986" t="27711" r="28684" b="17243"/>
          <a:stretch/>
        </p:blipFill>
        <p:spPr>
          <a:xfrm>
            <a:off x="15219825" y="5428204"/>
            <a:ext cx="504967" cy="1200777"/>
          </a:xfrm>
          <a:prstGeom prst="rect">
            <a:avLst/>
          </a:prstGeom>
        </p:spPr>
      </p:pic>
      <p:pic>
        <p:nvPicPr>
          <p:cNvPr id="25" name="Picture 24">
            <a:extLst>
              <a:ext uri="{FF2B5EF4-FFF2-40B4-BE49-F238E27FC236}">
                <a16:creationId xmlns:a16="http://schemas.microsoft.com/office/drawing/2014/main" id="{56F97354-6329-AF62-7ED8-0767864F20B2}"/>
              </a:ext>
            </a:extLst>
          </p:cNvPr>
          <p:cNvPicPr>
            <a:picLocks noChangeAspect="1"/>
          </p:cNvPicPr>
          <p:nvPr userDrawn="1"/>
        </p:nvPicPr>
        <p:blipFill rotWithShape="1">
          <a:blip r:embed="rId13"/>
          <a:srcRect l="71857" t="20559" r="12509" b="20003"/>
          <a:stretch/>
        </p:blipFill>
        <p:spPr>
          <a:xfrm>
            <a:off x="15808129" y="5278297"/>
            <a:ext cx="846161" cy="1296537"/>
          </a:xfrm>
          <a:prstGeom prst="rect">
            <a:avLst/>
          </a:prstGeom>
        </p:spPr>
      </p:pic>
      <p:sp>
        <p:nvSpPr>
          <p:cNvPr id="26" name="Oval 4">
            <a:extLst>
              <a:ext uri="{FF2B5EF4-FFF2-40B4-BE49-F238E27FC236}">
                <a16:creationId xmlns:a16="http://schemas.microsoft.com/office/drawing/2014/main" id="{B6EE72E2-4DB1-E3AD-AC3F-24D2554EC7DC}"/>
              </a:ext>
            </a:extLst>
          </p:cNvPr>
          <p:cNvSpPr/>
          <p:nvPr userDrawn="1"/>
        </p:nvSpPr>
        <p:spPr>
          <a:xfrm>
            <a:off x="7406585" y="6608362"/>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4">
            <a:extLst>
              <a:ext uri="{FF2B5EF4-FFF2-40B4-BE49-F238E27FC236}">
                <a16:creationId xmlns:a16="http://schemas.microsoft.com/office/drawing/2014/main" id="{FF4EFFE0-7897-DBFD-CE89-6975F79C255D}"/>
              </a:ext>
            </a:extLst>
          </p:cNvPr>
          <p:cNvSpPr/>
          <p:nvPr userDrawn="1"/>
        </p:nvSpPr>
        <p:spPr>
          <a:xfrm>
            <a:off x="7128097" y="4147443"/>
            <a:ext cx="2355159" cy="2012232"/>
          </a:xfrm>
          <a:custGeom>
            <a:avLst/>
            <a:gdLst>
              <a:gd name="connsiteX0" fmla="*/ 0 w 3789333"/>
              <a:gd name="connsiteY0" fmla="*/ 1835426 h 3670851"/>
              <a:gd name="connsiteX1" fmla="*/ 1894667 w 3789333"/>
              <a:gd name="connsiteY1" fmla="*/ 0 h 3670851"/>
              <a:gd name="connsiteX2" fmla="*/ 3789334 w 3789333"/>
              <a:gd name="connsiteY2" fmla="*/ 1835426 h 3670851"/>
              <a:gd name="connsiteX3" fmla="*/ 1894667 w 3789333"/>
              <a:gd name="connsiteY3" fmla="*/ 3670852 h 3670851"/>
              <a:gd name="connsiteX4" fmla="*/ 0 w 3789333"/>
              <a:gd name="connsiteY4" fmla="*/ 1835426 h 3670851"/>
              <a:gd name="connsiteX0" fmla="*/ 17 w 3789351"/>
              <a:gd name="connsiteY0" fmla="*/ 2325756 h 4161182"/>
              <a:gd name="connsiteX1" fmla="*/ 1921189 w 3789351"/>
              <a:gd name="connsiteY1" fmla="*/ 0 h 4161182"/>
              <a:gd name="connsiteX2" fmla="*/ 3789351 w 3789351"/>
              <a:gd name="connsiteY2" fmla="*/ 2325756 h 4161182"/>
              <a:gd name="connsiteX3" fmla="*/ 1894684 w 3789351"/>
              <a:gd name="connsiteY3" fmla="*/ 4161182 h 4161182"/>
              <a:gd name="connsiteX4" fmla="*/ 17 w 3789351"/>
              <a:gd name="connsiteY4" fmla="*/ 2325756 h 4161182"/>
              <a:gd name="connsiteX0" fmla="*/ 8 w 4398942"/>
              <a:gd name="connsiteY0" fmla="*/ 2272783 h 4161287"/>
              <a:gd name="connsiteX1" fmla="*/ 2530780 w 4398942"/>
              <a:gd name="connsiteY1" fmla="*/ 36 h 4161287"/>
              <a:gd name="connsiteX2" fmla="*/ 4398942 w 4398942"/>
              <a:gd name="connsiteY2" fmla="*/ 2325792 h 4161287"/>
              <a:gd name="connsiteX3" fmla="*/ 2504275 w 4398942"/>
              <a:gd name="connsiteY3" fmla="*/ 4161218 h 4161287"/>
              <a:gd name="connsiteX4" fmla="*/ 8 w 4398942"/>
              <a:gd name="connsiteY4" fmla="*/ 2272783 h 4161287"/>
              <a:gd name="connsiteX0" fmla="*/ 8 w 5048298"/>
              <a:gd name="connsiteY0" fmla="*/ 2272829 h 4161424"/>
              <a:gd name="connsiteX1" fmla="*/ 2530780 w 5048298"/>
              <a:gd name="connsiteY1" fmla="*/ 82 h 4161424"/>
              <a:gd name="connsiteX2" fmla="*/ 5048298 w 5048298"/>
              <a:gd name="connsiteY2" fmla="*/ 2352342 h 4161424"/>
              <a:gd name="connsiteX3" fmla="*/ 2504275 w 5048298"/>
              <a:gd name="connsiteY3" fmla="*/ 4161264 h 4161424"/>
              <a:gd name="connsiteX4" fmla="*/ 8 w 5048298"/>
              <a:gd name="connsiteY4" fmla="*/ 2272829 h 4161424"/>
              <a:gd name="connsiteX0" fmla="*/ 0 w 5048290"/>
              <a:gd name="connsiteY0" fmla="*/ 2272834 h 4704704"/>
              <a:gd name="connsiteX1" fmla="*/ 2530772 w 5048290"/>
              <a:gd name="connsiteY1" fmla="*/ 87 h 4704704"/>
              <a:gd name="connsiteX2" fmla="*/ 5048290 w 5048290"/>
              <a:gd name="connsiteY2" fmla="*/ 2352347 h 4704704"/>
              <a:gd name="connsiteX3" fmla="*/ 2530771 w 5048290"/>
              <a:gd name="connsiteY3" fmla="*/ 4704608 h 4704704"/>
              <a:gd name="connsiteX4" fmla="*/ 0 w 5048290"/>
              <a:gd name="connsiteY4" fmla="*/ 2272834 h 4704704"/>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0 w 5048290"/>
              <a:gd name="connsiteY0" fmla="*/ 2272834 h 4704988"/>
              <a:gd name="connsiteX1" fmla="*/ 2530772 w 5048290"/>
              <a:gd name="connsiteY1" fmla="*/ 87 h 4704988"/>
              <a:gd name="connsiteX2" fmla="*/ 5048290 w 5048290"/>
              <a:gd name="connsiteY2" fmla="*/ 2352347 h 4704988"/>
              <a:gd name="connsiteX3" fmla="*/ 2530771 w 5048290"/>
              <a:gd name="connsiteY3" fmla="*/ 4704608 h 4704988"/>
              <a:gd name="connsiteX4" fmla="*/ 0 w 5048290"/>
              <a:gd name="connsiteY4" fmla="*/ 2272834 h 4704988"/>
              <a:gd name="connsiteX0" fmla="*/ 123 w 5048413"/>
              <a:gd name="connsiteY0" fmla="*/ 2272834 h 4718236"/>
              <a:gd name="connsiteX1" fmla="*/ 2530895 w 5048413"/>
              <a:gd name="connsiteY1" fmla="*/ 87 h 4718236"/>
              <a:gd name="connsiteX2" fmla="*/ 5048413 w 5048413"/>
              <a:gd name="connsiteY2" fmla="*/ 2352347 h 4718236"/>
              <a:gd name="connsiteX3" fmla="*/ 2438128 w 5048413"/>
              <a:gd name="connsiteY3" fmla="*/ 4717860 h 4718236"/>
              <a:gd name="connsiteX4" fmla="*/ 123 w 5048413"/>
              <a:gd name="connsiteY4" fmla="*/ 2272834 h 4718236"/>
              <a:gd name="connsiteX0" fmla="*/ 484 w 5048774"/>
              <a:gd name="connsiteY0" fmla="*/ 2286085 h 4731487"/>
              <a:gd name="connsiteX1" fmla="*/ 2624022 w 5048774"/>
              <a:gd name="connsiteY1" fmla="*/ 86 h 4731487"/>
              <a:gd name="connsiteX2" fmla="*/ 5048774 w 5048774"/>
              <a:gd name="connsiteY2" fmla="*/ 2365598 h 4731487"/>
              <a:gd name="connsiteX3" fmla="*/ 2438489 w 5048774"/>
              <a:gd name="connsiteY3" fmla="*/ 4731111 h 4731487"/>
              <a:gd name="connsiteX4" fmla="*/ 484 w 5048774"/>
              <a:gd name="connsiteY4" fmla="*/ 2286085 h 4731487"/>
              <a:gd name="connsiteX0" fmla="*/ 204 w 5048494"/>
              <a:gd name="connsiteY0" fmla="*/ 2299336 h 4744738"/>
              <a:gd name="connsiteX1" fmla="*/ 2557481 w 5048494"/>
              <a:gd name="connsiteY1" fmla="*/ 85 h 4744738"/>
              <a:gd name="connsiteX2" fmla="*/ 5048494 w 5048494"/>
              <a:gd name="connsiteY2" fmla="*/ 2378849 h 4744738"/>
              <a:gd name="connsiteX3" fmla="*/ 2438209 w 5048494"/>
              <a:gd name="connsiteY3" fmla="*/ 4744362 h 4744738"/>
              <a:gd name="connsiteX4" fmla="*/ 204 w 5048494"/>
              <a:gd name="connsiteY4" fmla="*/ 2299336 h 47447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494" h="4744738">
                <a:moveTo>
                  <a:pt x="204" y="2299336"/>
                </a:moveTo>
                <a:cubicBezTo>
                  <a:pt x="20083" y="1508623"/>
                  <a:pt x="1464308" y="-13167"/>
                  <a:pt x="2557481" y="85"/>
                </a:cubicBezTo>
                <a:cubicBezTo>
                  <a:pt x="3650654" y="13337"/>
                  <a:pt x="5048494" y="1365171"/>
                  <a:pt x="5048494" y="2378849"/>
                </a:cubicBezTo>
                <a:cubicBezTo>
                  <a:pt x="5048494" y="3392527"/>
                  <a:pt x="3451869" y="4770866"/>
                  <a:pt x="2438209" y="4744362"/>
                </a:cubicBezTo>
                <a:cubicBezTo>
                  <a:pt x="1424549" y="4717858"/>
                  <a:pt x="-19675" y="3090049"/>
                  <a:pt x="204" y="2299336"/>
                </a:cubicBez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12203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tx2"/>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3A6DD-75D5-AB7C-1816-66179EE819CE}"/>
              </a:ext>
            </a:extLst>
          </p:cNvPr>
          <p:cNvGraphicFramePr>
            <a:graphicFrameLocks noChangeAspect="1"/>
          </p:cNvGraphicFramePr>
          <p:nvPr userDrawn="1">
            <p:custDataLst>
              <p:tags r:id="rId1"/>
            </p:custDataLst>
            <p:extLst>
              <p:ext uri="{D42A27DB-BD31-4B8C-83A1-F6EECF244321}">
                <p14:modId xmlns:p14="http://schemas.microsoft.com/office/powerpoint/2010/main" val="584590795"/>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3A6DD-75D5-AB7C-1816-66179EE819CE}"/>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pic>
        <p:nvPicPr>
          <p:cNvPr id="7" name="Picture 6">
            <a:extLst>
              <a:ext uri="{FF2B5EF4-FFF2-40B4-BE49-F238E27FC236}">
                <a16:creationId xmlns:a16="http://schemas.microsoft.com/office/drawing/2014/main" id="{34D2BFCB-EFD6-43F7-B5CA-AB1C4ACF425F}"/>
              </a:ext>
            </a:extLst>
          </p:cNvPr>
          <p:cNvPicPr>
            <a:picLocks noChangeAspect="1"/>
          </p:cNvPicPr>
          <p:nvPr userDrawn="1"/>
        </p:nvPicPr>
        <p:blipFill rotWithShape="1">
          <a:blip r:embed="rId5"/>
          <a:srcRect l="12246"/>
          <a:stretch/>
        </p:blipFill>
        <p:spPr>
          <a:xfrm>
            <a:off x="2335328" y="3005242"/>
            <a:ext cx="4356144" cy="3266169"/>
          </a:xfrm>
          <a:prstGeom prst="rect">
            <a:avLst/>
          </a:prstGeom>
        </p:spPr>
      </p:pic>
      <p:sp>
        <p:nvSpPr>
          <p:cNvPr id="9" name="TextBox 8">
            <a:extLst>
              <a:ext uri="{FF2B5EF4-FFF2-40B4-BE49-F238E27FC236}">
                <a16:creationId xmlns:a16="http://schemas.microsoft.com/office/drawing/2014/main" id="{3803ADF7-4133-D1C8-427E-43438B335CDB}"/>
              </a:ext>
            </a:extLst>
          </p:cNvPr>
          <p:cNvSpPr txBox="1"/>
          <p:nvPr userDrawn="1"/>
        </p:nvSpPr>
        <p:spPr>
          <a:xfrm>
            <a:off x="6642217" y="3531400"/>
            <a:ext cx="6231607" cy="2208297"/>
          </a:xfrm>
          <a:prstGeom prst="rect">
            <a:avLst/>
          </a:prstGeom>
          <a:noFill/>
        </p:spPr>
        <p:txBody>
          <a:bodyPr wrap="square" rtlCol="0">
            <a:spAutoFit/>
          </a:bodyPr>
          <a:lstStyle/>
          <a:p>
            <a:pPr algn="ctr" rtl="0"/>
            <a:r>
              <a:rPr lang="en-US" sz="13750" b="1" noProof="0">
                <a:solidFill>
                  <a:schemeClr val="bg1"/>
                </a:solidFill>
                <a:latin typeface="DM Sans" pitchFamily="2" charset="0"/>
                <a:cs typeface="Arial" panose="020B0604020202020204" pitchFamily="34" charset="0"/>
              </a:rPr>
              <a:t>zentria</a:t>
            </a:r>
            <a:endParaRPr lang="en-US" sz="13750" b="1" i="1" noProof="0">
              <a:solidFill>
                <a:schemeClr val="bg1"/>
              </a:solidFill>
              <a:latin typeface="DM Sans" pitchFamily="2" charset="0"/>
              <a:cs typeface="Arial" panose="020B0604020202020204" pitchFamily="34" charset="0"/>
            </a:endParaRPr>
          </a:p>
        </p:txBody>
      </p:sp>
      <p:sp>
        <p:nvSpPr>
          <p:cNvPr id="2" name="TextBox 1">
            <a:extLst>
              <a:ext uri="{FF2B5EF4-FFF2-40B4-BE49-F238E27FC236}">
                <a16:creationId xmlns:a16="http://schemas.microsoft.com/office/drawing/2014/main" id="{6A86E52B-3D4E-61EA-D54F-6C3AF0347FCA}"/>
              </a:ext>
            </a:extLst>
          </p:cNvPr>
          <p:cNvSpPr txBox="1"/>
          <p:nvPr userDrawn="1"/>
        </p:nvSpPr>
        <p:spPr>
          <a:xfrm>
            <a:off x="2335328" y="6305600"/>
            <a:ext cx="5002902" cy="414409"/>
          </a:xfrm>
          <a:prstGeom prst="rect">
            <a:avLst/>
          </a:prstGeom>
          <a:noFill/>
        </p:spPr>
        <p:txBody>
          <a:bodyPr wrap="square" rtlCol="0">
            <a:spAutoFit/>
          </a:bodyPr>
          <a:lstStyle/>
          <a:p>
            <a:r>
              <a:rPr lang="es-CO" sz="2093" noProof="0">
                <a:solidFill>
                  <a:schemeClr val="bg1"/>
                </a:solidFill>
              </a:rPr>
              <a:t>QBR4 | Diciembre 2022</a:t>
            </a:r>
          </a:p>
        </p:txBody>
      </p:sp>
    </p:spTree>
    <p:extLst>
      <p:ext uri="{BB962C8B-B14F-4D97-AF65-F5344CB8AC3E}">
        <p14:creationId xmlns:p14="http://schemas.microsoft.com/office/powerpoint/2010/main" val="1776466066"/>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itle">
    <p:bg>
      <p:bgRef idx="1001">
        <a:schemeClr val="bg1"/>
      </p:bgRef>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67078546"/>
              </p:ext>
            </p:extLst>
          </p:nvPr>
        </p:nvGraphicFramePr>
        <p:xfrm>
          <a:off x="1586" y="1587"/>
          <a:ext cx="1586" cy="1587"/>
        </p:xfrm>
        <a:graphic>
          <a:graphicData uri="http://schemas.openxmlformats.org/presentationml/2006/ole">
            <mc:AlternateContent xmlns:mc="http://schemas.openxmlformats.org/markup-compatibility/2006">
              <mc:Choice xmlns:v="urn:schemas-microsoft-com:vml" Requires="v">
                <p:oleObj name="think-cell Slide" r:id="rId5" imgW="421" imgH="423" progId="TCLayout.ActiveDocument.1">
                  <p:embed/>
                </p:oleObj>
              </mc:Choice>
              <mc:Fallback>
                <p:oleObj name="think-cell Slide" r:id="rId5" imgW="421" imgH="423" progId="TCLayout.ActiveDocument.1">
                  <p:embed/>
                  <p:pic>
                    <p:nvPicPr>
                      <p:cNvPr id="3" name="Object 2" hidden="1"/>
                      <p:cNvPicPr/>
                      <p:nvPr/>
                    </p:nvPicPr>
                    <p:blipFill>
                      <a:blip r:embed="rId6"/>
                      <a:stretch>
                        <a:fillRect/>
                      </a:stretch>
                    </p:blipFill>
                    <p:spPr>
                      <a:xfrm>
                        <a:off x="1586" y="1587"/>
                        <a:ext cx="1586" cy="1587"/>
                      </a:xfrm>
                      <a:prstGeom prst="rect">
                        <a:avLst/>
                      </a:prstGeom>
                    </p:spPr>
                  </p:pic>
                </p:oleObj>
              </mc:Fallback>
            </mc:AlternateContent>
          </a:graphicData>
        </a:graphic>
      </p:graphicFrame>
      <p:sp>
        <p:nvSpPr>
          <p:cNvPr id="5" name="Title 4"/>
          <p:cNvSpPr>
            <a:spLocks noGrp="1"/>
          </p:cNvSpPr>
          <p:nvPr>
            <p:ph type="title" hasCustomPrompt="1"/>
          </p:nvPr>
        </p:nvSpPr>
        <p:spPr>
          <a:xfrm>
            <a:off x="5942679" y="6088308"/>
            <a:ext cx="9399023" cy="715611"/>
          </a:xfrm>
          <a:prstGeom prst="rect">
            <a:avLst/>
          </a:prstGeom>
        </p:spPr>
        <p:txBody>
          <a:bodyPr vert="horz" lIns="91434" tIns="45717" rIns="91434" bIns="45717">
            <a:normAutofit/>
          </a:bodyPr>
          <a:lstStyle>
            <a:lvl1pPr>
              <a:defRPr sz="4983" baseline="0">
                <a:solidFill>
                  <a:srgbClr val="000000"/>
                </a:solidFill>
                <a:latin typeface="+mj-lt"/>
              </a:defRPr>
            </a:lvl1pPr>
          </a:lstStyle>
          <a:p>
            <a:r>
              <a:rPr lang="pt-BR"/>
              <a:t>Presentation Name</a:t>
            </a:r>
            <a:endParaRPr lang="en-US"/>
          </a:p>
        </p:txBody>
      </p:sp>
      <p:sp>
        <p:nvSpPr>
          <p:cNvPr id="9" name="Subtitle 2"/>
          <p:cNvSpPr>
            <a:spLocks noGrp="1"/>
          </p:cNvSpPr>
          <p:nvPr>
            <p:ph type="subTitle" idx="1" hasCustomPrompt="1"/>
          </p:nvPr>
        </p:nvSpPr>
        <p:spPr>
          <a:xfrm>
            <a:off x="5966394" y="6724996"/>
            <a:ext cx="3416652" cy="510866"/>
          </a:xfrm>
          <a:prstGeom prst="rect">
            <a:avLst/>
          </a:prstGeom>
        </p:spPr>
        <p:txBody>
          <a:bodyPr lIns="91434" tIns="45717" rIns="91434" bIns="45717">
            <a:noAutofit/>
          </a:bodyPr>
          <a:lstStyle>
            <a:lvl1pPr marL="0" indent="0" algn="l">
              <a:buNone/>
              <a:defRPr sz="2391" baseline="0">
                <a:solidFill>
                  <a:srgbClr val="404040"/>
                </a:solidFill>
                <a:latin typeface="+mn-lt"/>
              </a:defRPr>
            </a:lvl1pPr>
            <a:lvl2pPr marL="655853" indent="0" algn="ctr">
              <a:buNone/>
              <a:defRPr sz="2890"/>
            </a:lvl2pPr>
            <a:lvl3pPr marL="1311701" indent="0" algn="ctr">
              <a:buNone/>
              <a:defRPr sz="2591"/>
            </a:lvl3pPr>
            <a:lvl4pPr marL="1967554" indent="0" algn="ctr">
              <a:buNone/>
              <a:defRPr sz="2291"/>
            </a:lvl4pPr>
            <a:lvl5pPr marL="2623406" indent="0" algn="ctr">
              <a:buNone/>
              <a:defRPr sz="2291"/>
            </a:lvl5pPr>
            <a:lvl6pPr marL="3279257" indent="0" algn="ctr">
              <a:buNone/>
              <a:defRPr sz="2291"/>
            </a:lvl6pPr>
            <a:lvl7pPr marL="3935109" indent="0" algn="ctr">
              <a:buNone/>
              <a:defRPr sz="2291"/>
            </a:lvl7pPr>
            <a:lvl8pPr marL="4590960" indent="0" algn="ctr">
              <a:buNone/>
              <a:defRPr sz="2291"/>
            </a:lvl8pPr>
            <a:lvl9pPr marL="5246811" indent="0" algn="ctr">
              <a:buNone/>
              <a:defRPr sz="2291"/>
            </a:lvl9pPr>
          </a:lstStyle>
          <a:p>
            <a:r>
              <a:rPr lang="pt-BR"/>
              <a:t>DATE (MONTH YEAR)</a:t>
            </a:r>
            <a:endParaRPr lang="en-US"/>
          </a:p>
        </p:txBody>
      </p:sp>
      <p:pic>
        <p:nvPicPr>
          <p:cNvPr id="11" name="Imagem 3">
            <a:extLst>
              <a:ext uri="{FF2B5EF4-FFF2-40B4-BE49-F238E27FC236}">
                <a16:creationId xmlns:a16="http://schemas.microsoft.com/office/drawing/2014/main" id="{9E2586E2-2F3A-4516-B926-522FFF8528A8}"/>
              </a:ext>
            </a:extLst>
          </p:cNvPr>
          <p:cNvPicPr>
            <a:picLocks noChangeAspect="1"/>
          </p:cNvPicPr>
          <p:nvPr userDrawn="1">
            <p:custDataLst>
              <p:tags r:id="rId2"/>
            </p:custDataLst>
          </p:nvPr>
        </p:nvPicPr>
        <p:blipFill rotWithShape="1">
          <a:blip r:embed="rId7">
            <a:extLst>
              <a:ext uri="{28A0092B-C50C-407E-A947-70E740481C1C}">
                <a14:useLocalDpi xmlns:a14="http://schemas.microsoft.com/office/drawing/2010/main" val="0"/>
              </a:ext>
            </a:extLst>
          </a:blip>
          <a:srcRect l="36923" t="36849" r="40698" b="51383"/>
          <a:stretch/>
        </p:blipFill>
        <p:spPr>
          <a:xfrm>
            <a:off x="661613" y="6182154"/>
            <a:ext cx="3922797" cy="1160929"/>
          </a:xfrm>
          <a:prstGeom prst="rect">
            <a:avLst/>
          </a:prstGeom>
        </p:spPr>
      </p:pic>
      <p:cxnSp>
        <p:nvCxnSpPr>
          <p:cNvPr id="12" name="Conector reto 44">
            <a:extLst>
              <a:ext uri="{FF2B5EF4-FFF2-40B4-BE49-F238E27FC236}">
                <a16:creationId xmlns:a16="http://schemas.microsoft.com/office/drawing/2014/main" id="{8C1E7D06-02DB-48A3-8EE0-BE55BEEC25E9}"/>
              </a:ext>
            </a:extLst>
          </p:cNvPr>
          <p:cNvCxnSpPr>
            <a:cxnSpLocks/>
          </p:cNvCxnSpPr>
          <p:nvPr userDrawn="1">
            <p:custDataLst>
              <p:tags r:id="rId3"/>
            </p:custDataLst>
          </p:nvPr>
        </p:nvCxnSpPr>
        <p:spPr>
          <a:xfrm>
            <a:off x="5182608" y="5848887"/>
            <a:ext cx="0" cy="1494194"/>
          </a:xfrm>
          <a:prstGeom prst="line">
            <a:avLst/>
          </a:prstGeom>
          <a:ln w="76200">
            <a:solidFill>
              <a:srgbClr val="00436D"/>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ACFA47BC-98E6-E20F-E1FE-BB75D0B3731D}"/>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3925924" y="7344882"/>
            <a:ext cx="2963269" cy="2220044"/>
          </a:xfrm>
          <a:prstGeom prst="rect">
            <a:avLst/>
          </a:prstGeom>
        </p:spPr>
      </p:pic>
    </p:spTree>
    <p:extLst>
      <p:ext uri="{BB962C8B-B14F-4D97-AF65-F5344CB8AC3E}">
        <p14:creationId xmlns:p14="http://schemas.microsoft.com/office/powerpoint/2010/main" val="16542024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1784242200"/>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sp>
        <p:nvSpPr>
          <p:cNvPr id="7" name="Text Placeholder 2">
            <a:extLst>
              <a:ext uri="{FF2B5EF4-FFF2-40B4-BE49-F238E27FC236}">
                <a16:creationId xmlns:a16="http://schemas.microsoft.com/office/drawing/2014/main" id="{F4AC0EA8-EC61-DEDF-E2E4-E2E7586794F4}"/>
              </a:ext>
            </a:extLst>
          </p:cNvPr>
          <p:cNvSpPr>
            <a:spLocks noGrp="1"/>
          </p:cNvSpPr>
          <p:nvPr>
            <p:ph type="body" sz="quarter" idx="21" hasCustomPrompt="1"/>
          </p:nvPr>
        </p:nvSpPr>
        <p:spPr>
          <a:xfrm>
            <a:off x="831619" y="3863808"/>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01</a:t>
            </a:r>
          </a:p>
        </p:txBody>
      </p:sp>
      <p:sp>
        <p:nvSpPr>
          <p:cNvPr id="9" name="Text Placeholder 59">
            <a:extLst>
              <a:ext uri="{FF2B5EF4-FFF2-40B4-BE49-F238E27FC236}">
                <a16:creationId xmlns:a16="http://schemas.microsoft.com/office/drawing/2014/main" id="{14FEFD19-81D7-7949-3F48-913792CA1CD2}"/>
              </a:ext>
            </a:extLst>
          </p:cNvPr>
          <p:cNvSpPr>
            <a:spLocks noGrp="1"/>
          </p:cNvSpPr>
          <p:nvPr>
            <p:ph type="body" sz="quarter" idx="29" hasCustomPrompt="1"/>
          </p:nvPr>
        </p:nvSpPr>
        <p:spPr>
          <a:xfrm>
            <a:off x="830046" y="5506832"/>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0" name="Text Placeholder 2">
            <a:extLst>
              <a:ext uri="{FF2B5EF4-FFF2-40B4-BE49-F238E27FC236}">
                <a16:creationId xmlns:a16="http://schemas.microsoft.com/office/drawing/2014/main" id="{371BE730-AF34-B3D3-56F4-3FDFECFDA4F1}"/>
              </a:ext>
            </a:extLst>
          </p:cNvPr>
          <p:cNvSpPr>
            <a:spLocks noGrp="1"/>
          </p:cNvSpPr>
          <p:nvPr>
            <p:ph type="body" sz="quarter" idx="30" hasCustomPrompt="1"/>
          </p:nvPr>
        </p:nvSpPr>
        <p:spPr>
          <a:xfrm>
            <a:off x="4798957" y="3840854"/>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02</a:t>
            </a:r>
          </a:p>
        </p:txBody>
      </p:sp>
      <p:sp>
        <p:nvSpPr>
          <p:cNvPr id="11" name="Text Placeholder 59">
            <a:extLst>
              <a:ext uri="{FF2B5EF4-FFF2-40B4-BE49-F238E27FC236}">
                <a16:creationId xmlns:a16="http://schemas.microsoft.com/office/drawing/2014/main" id="{47D8DF34-EACB-521B-2670-3509A9FAAD4E}"/>
              </a:ext>
            </a:extLst>
          </p:cNvPr>
          <p:cNvSpPr>
            <a:spLocks noGrp="1"/>
          </p:cNvSpPr>
          <p:nvPr>
            <p:ph type="body" sz="quarter" idx="31" hasCustomPrompt="1"/>
          </p:nvPr>
        </p:nvSpPr>
        <p:spPr>
          <a:xfrm>
            <a:off x="4797383"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2" name="Text Placeholder 2">
            <a:extLst>
              <a:ext uri="{FF2B5EF4-FFF2-40B4-BE49-F238E27FC236}">
                <a16:creationId xmlns:a16="http://schemas.microsoft.com/office/drawing/2014/main" id="{20382A8E-97AA-521A-F85B-A57F92E45B48}"/>
              </a:ext>
            </a:extLst>
          </p:cNvPr>
          <p:cNvSpPr>
            <a:spLocks noGrp="1"/>
          </p:cNvSpPr>
          <p:nvPr>
            <p:ph type="body" sz="quarter" idx="32" hasCustomPrompt="1"/>
          </p:nvPr>
        </p:nvSpPr>
        <p:spPr>
          <a:xfrm>
            <a:off x="8892032" y="3861662"/>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03</a:t>
            </a:r>
          </a:p>
        </p:txBody>
      </p:sp>
      <p:sp>
        <p:nvSpPr>
          <p:cNvPr id="13" name="Text Placeholder 59">
            <a:extLst>
              <a:ext uri="{FF2B5EF4-FFF2-40B4-BE49-F238E27FC236}">
                <a16:creationId xmlns:a16="http://schemas.microsoft.com/office/drawing/2014/main" id="{2F9B9FEA-5DB7-8AFE-9602-6441477DD662}"/>
              </a:ext>
            </a:extLst>
          </p:cNvPr>
          <p:cNvSpPr>
            <a:spLocks noGrp="1"/>
          </p:cNvSpPr>
          <p:nvPr>
            <p:ph type="body" sz="quarter" idx="33" hasCustomPrompt="1"/>
          </p:nvPr>
        </p:nvSpPr>
        <p:spPr>
          <a:xfrm>
            <a:off x="8890460" y="5504684"/>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14" name="Text Placeholder 2">
            <a:extLst>
              <a:ext uri="{FF2B5EF4-FFF2-40B4-BE49-F238E27FC236}">
                <a16:creationId xmlns:a16="http://schemas.microsoft.com/office/drawing/2014/main" id="{ED3D61E2-D3AB-6CDB-F8EB-FABDC8B2CB09}"/>
              </a:ext>
            </a:extLst>
          </p:cNvPr>
          <p:cNvSpPr>
            <a:spLocks noGrp="1"/>
          </p:cNvSpPr>
          <p:nvPr>
            <p:ph type="body" sz="quarter" idx="34" hasCustomPrompt="1"/>
          </p:nvPr>
        </p:nvSpPr>
        <p:spPr>
          <a:xfrm>
            <a:off x="12952251" y="3857902"/>
            <a:ext cx="3675025" cy="1411172"/>
          </a:xfrm>
          <a:prstGeom prst="rect">
            <a:avLst/>
          </a:prstGeom>
          <a:noFill/>
          <a:ln w="44450" cap="sq">
            <a:noFill/>
            <a:miter lim="800000"/>
          </a:ln>
        </p:spPr>
        <p:txBody>
          <a:bodyPr lIns="91434" tIns="45717" rIns="91434" bIns="45717" anchor="b">
            <a:normAutofit/>
          </a:bodyPr>
          <a:lstStyle>
            <a:lvl1pPr marL="0" indent="0" algn="ctr">
              <a:buNone/>
              <a:defRPr sz="9466">
                <a:solidFill>
                  <a:schemeClr val="tx1"/>
                </a:solidFill>
                <a:latin typeface="DM Sans" pitchFamily="2" charset="0"/>
              </a:defRPr>
            </a:lvl1pPr>
          </a:lstStyle>
          <a:p>
            <a:pPr lvl="0"/>
            <a:r>
              <a:rPr lang="pt-BR"/>
              <a:t>04</a:t>
            </a:r>
          </a:p>
        </p:txBody>
      </p:sp>
      <p:sp>
        <p:nvSpPr>
          <p:cNvPr id="15" name="Text Placeholder 59">
            <a:extLst>
              <a:ext uri="{FF2B5EF4-FFF2-40B4-BE49-F238E27FC236}">
                <a16:creationId xmlns:a16="http://schemas.microsoft.com/office/drawing/2014/main" id="{04327601-EC0F-7BE1-04C5-EE6C049DE36B}"/>
              </a:ext>
            </a:extLst>
          </p:cNvPr>
          <p:cNvSpPr>
            <a:spLocks noGrp="1"/>
          </p:cNvSpPr>
          <p:nvPr>
            <p:ph type="body" sz="quarter" idx="35" hasCustomPrompt="1"/>
          </p:nvPr>
        </p:nvSpPr>
        <p:spPr>
          <a:xfrm>
            <a:off x="12950677" y="5500924"/>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6"/>
            <a:ext cx="4546449" cy="1589093"/>
          </a:xfrm>
          <a:prstGeom prst="rect">
            <a:avLst/>
          </a:prstGeom>
          <a:noFill/>
        </p:spPr>
        <p:txBody>
          <a:bodyPr wrap="none" lIns="131133" tIns="65566" rIns="131133" bIns="65566" rtlCol="0">
            <a:spAutoFit/>
          </a:bodyPr>
          <a:lstStyle/>
          <a:p>
            <a:r>
              <a:rPr lang="pt-BR" sz="9466">
                <a:solidFill>
                  <a:schemeClr val="tx2"/>
                </a:solidFill>
                <a:latin typeface="DM Sans" pitchFamily="2" charset="0"/>
              </a:rPr>
              <a:t>Agenda</a:t>
            </a:r>
            <a:endParaRPr lang="en-US" sz="9466">
              <a:solidFill>
                <a:schemeClr val="tx2"/>
              </a:solidFill>
              <a:latin typeface="DM Sans" pitchFamily="2" charset="0"/>
            </a:endParaRPr>
          </a:p>
        </p:txBody>
      </p: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4"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94AF29DF-AE69-8863-B0F8-F364E95664C0}"/>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744479159"/>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Section Header">
    <p:bg>
      <p:bgPr>
        <a:solidFill>
          <a:schemeClr val="bg1"/>
        </a:soli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9052425C-0C69-73C9-AD07-977B9C796008}"/>
              </a:ext>
            </a:extLst>
          </p:cNvPr>
          <p:cNvGraphicFramePr>
            <a:graphicFrameLocks noChangeAspect="1"/>
          </p:cNvGraphicFramePr>
          <p:nvPr userDrawn="1">
            <p:custDataLst>
              <p:tags r:id="rId1"/>
            </p:custDataLst>
            <p:extLst>
              <p:ext uri="{D42A27DB-BD31-4B8C-83A1-F6EECF244321}">
                <p14:modId xmlns:p14="http://schemas.microsoft.com/office/powerpoint/2010/main" val="2576075720"/>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8" name="Object 7" hidden="1">
                        <a:extLst>
                          <a:ext uri="{FF2B5EF4-FFF2-40B4-BE49-F238E27FC236}">
                            <a16:creationId xmlns:a16="http://schemas.microsoft.com/office/drawing/2014/main" id="{9052425C-0C69-73C9-AD07-977B9C796008}"/>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cxnSp>
        <p:nvCxnSpPr>
          <p:cNvPr id="16" name="Straight Connector 15">
            <a:extLst>
              <a:ext uri="{FF2B5EF4-FFF2-40B4-BE49-F238E27FC236}">
                <a16:creationId xmlns:a16="http://schemas.microsoft.com/office/drawing/2014/main" id="{61004726-DC9F-B590-1FB8-1C6762ED53DD}"/>
              </a:ext>
            </a:extLst>
          </p:cNvPr>
          <p:cNvCxnSpPr/>
          <p:nvPr userDrawn="1"/>
        </p:nvCxnSpPr>
        <p:spPr>
          <a:xfrm flipV="1">
            <a:off x="5606777" y="2245600"/>
            <a:ext cx="11372422"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8A4D121-0C83-FB2D-227C-6041ED1922B8}"/>
              </a:ext>
            </a:extLst>
          </p:cNvPr>
          <p:cNvSpPr txBox="1"/>
          <p:nvPr userDrawn="1"/>
        </p:nvSpPr>
        <p:spPr>
          <a:xfrm>
            <a:off x="979556" y="1007366"/>
            <a:ext cx="4546449" cy="1589093"/>
          </a:xfrm>
          <a:prstGeom prst="rect">
            <a:avLst/>
          </a:prstGeom>
          <a:noFill/>
        </p:spPr>
        <p:txBody>
          <a:bodyPr wrap="none" lIns="131133" tIns="65566" rIns="131133" bIns="65566" rtlCol="0">
            <a:spAutoFit/>
          </a:bodyPr>
          <a:lstStyle/>
          <a:p>
            <a:r>
              <a:rPr lang="pt-BR" sz="9466">
                <a:solidFill>
                  <a:schemeClr val="tx2"/>
                </a:solidFill>
                <a:latin typeface="DM Sans" pitchFamily="2" charset="0"/>
              </a:rPr>
              <a:t>Agenda</a:t>
            </a:r>
            <a:endParaRPr lang="en-US" sz="9466">
              <a:solidFill>
                <a:schemeClr val="tx2"/>
              </a:solidFill>
              <a:latin typeface="DM Sans" pitchFamily="2" charset="0"/>
            </a:endParaRPr>
          </a:p>
        </p:txBody>
      </p:sp>
      <p:cxnSp>
        <p:nvCxnSpPr>
          <p:cNvPr id="22" name="Conector reto 12">
            <a:extLst>
              <a:ext uri="{FF2B5EF4-FFF2-40B4-BE49-F238E27FC236}">
                <a16:creationId xmlns:a16="http://schemas.microsoft.com/office/drawing/2014/main" id="{A662A7E3-097F-C826-86EB-08AC47132D2F}"/>
              </a:ext>
            </a:extLst>
          </p:cNvPr>
          <p:cNvCxnSpPr/>
          <p:nvPr userDrawn="1"/>
        </p:nvCxnSpPr>
        <p:spPr>
          <a:xfrm>
            <a:off x="1007754"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94AF29DF-AE69-8863-B0F8-F364E95664C0}"/>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cxnSp>
        <p:nvCxnSpPr>
          <p:cNvPr id="28" name="Straight Connector 27">
            <a:extLst>
              <a:ext uri="{FF2B5EF4-FFF2-40B4-BE49-F238E27FC236}">
                <a16:creationId xmlns:a16="http://schemas.microsoft.com/office/drawing/2014/main" id="{4CA14644-2BA1-8970-1674-CD4F0D64D3AA}"/>
              </a:ext>
            </a:extLst>
          </p:cNvPr>
          <p:cNvCxnSpPr/>
          <p:nvPr userDrawn="1"/>
        </p:nvCxnSpPr>
        <p:spPr>
          <a:xfrm>
            <a:off x="2836366"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B5914565-D652-3933-4939-228763C11AFD}"/>
              </a:ext>
            </a:extLst>
          </p:cNvPr>
          <p:cNvCxnSpPr/>
          <p:nvPr userDrawn="1"/>
        </p:nvCxnSpPr>
        <p:spPr>
          <a:xfrm>
            <a:off x="2836366"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8826B4-BC16-66C1-CCE6-012DF11F1D45}"/>
              </a:ext>
            </a:extLst>
          </p:cNvPr>
          <p:cNvCxnSpPr/>
          <p:nvPr userDrawn="1"/>
        </p:nvCxnSpPr>
        <p:spPr>
          <a:xfrm>
            <a:off x="6817811"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BDCB50F-DE42-DEFD-DDCA-617B0C774B1B}"/>
              </a:ext>
            </a:extLst>
          </p:cNvPr>
          <p:cNvCxnSpPr/>
          <p:nvPr userDrawn="1"/>
        </p:nvCxnSpPr>
        <p:spPr>
          <a:xfrm>
            <a:off x="6817811"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2" name="Text Placeholder 59">
            <a:extLst>
              <a:ext uri="{FF2B5EF4-FFF2-40B4-BE49-F238E27FC236}">
                <a16:creationId xmlns:a16="http://schemas.microsoft.com/office/drawing/2014/main" id="{D947C840-410C-9EED-1119-44214D8F9DC8}"/>
              </a:ext>
            </a:extLst>
          </p:cNvPr>
          <p:cNvSpPr>
            <a:spLocks noGrp="1"/>
          </p:cNvSpPr>
          <p:nvPr>
            <p:ph type="body" sz="quarter" idx="29" hasCustomPrompt="1"/>
          </p:nvPr>
        </p:nvSpPr>
        <p:spPr>
          <a:xfrm>
            <a:off x="2580065"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33" name="Text Placeholder 59">
            <a:extLst>
              <a:ext uri="{FF2B5EF4-FFF2-40B4-BE49-F238E27FC236}">
                <a16:creationId xmlns:a16="http://schemas.microsoft.com/office/drawing/2014/main" id="{FDEBCAB2-1659-88ED-8C1A-D94860EEDD0A}"/>
              </a:ext>
            </a:extLst>
          </p:cNvPr>
          <p:cNvSpPr>
            <a:spLocks noGrp="1"/>
          </p:cNvSpPr>
          <p:nvPr>
            <p:ph type="body" sz="quarter" idx="31" hasCustomPrompt="1"/>
          </p:nvPr>
        </p:nvSpPr>
        <p:spPr>
          <a:xfrm>
            <a:off x="6549108"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cxnSp>
        <p:nvCxnSpPr>
          <p:cNvPr id="35" name="Straight Connector 34">
            <a:extLst>
              <a:ext uri="{FF2B5EF4-FFF2-40B4-BE49-F238E27FC236}">
                <a16:creationId xmlns:a16="http://schemas.microsoft.com/office/drawing/2014/main" id="{CA087C56-291A-D926-7E6B-76892A08B059}"/>
              </a:ext>
            </a:extLst>
          </p:cNvPr>
          <p:cNvCxnSpPr/>
          <p:nvPr userDrawn="1"/>
        </p:nvCxnSpPr>
        <p:spPr>
          <a:xfrm>
            <a:off x="10957827" y="3840852"/>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B2EBDBA2-A874-E1DC-6256-A8B4D07AC5DF}"/>
              </a:ext>
            </a:extLst>
          </p:cNvPr>
          <p:cNvCxnSpPr/>
          <p:nvPr userDrawn="1"/>
        </p:nvCxnSpPr>
        <p:spPr>
          <a:xfrm>
            <a:off x="10957827" y="6418219"/>
            <a:ext cx="3244338"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7" name="Text Placeholder 59">
            <a:extLst>
              <a:ext uri="{FF2B5EF4-FFF2-40B4-BE49-F238E27FC236}">
                <a16:creationId xmlns:a16="http://schemas.microsoft.com/office/drawing/2014/main" id="{0BED24AC-04C2-BBBA-3328-A1DAC2DF4574}"/>
              </a:ext>
            </a:extLst>
          </p:cNvPr>
          <p:cNvSpPr>
            <a:spLocks noGrp="1"/>
          </p:cNvSpPr>
          <p:nvPr>
            <p:ph type="body" sz="quarter" idx="33" hasCustomPrompt="1"/>
          </p:nvPr>
        </p:nvSpPr>
        <p:spPr>
          <a:xfrm>
            <a:off x="10689125" y="5483873"/>
            <a:ext cx="3673320" cy="743912"/>
          </a:xfrm>
          <a:prstGeom prst="rect">
            <a:avLst/>
          </a:prstGeom>
          <a:noFill/>
        </p:spPr>
        <p:txBody>
          <a:bodyPr lIns="91434" tIns="45717" rIns="91434" bIns="45717"/>
          <a:lstStyle>
            <a:lvl1pPr marL="0" indent="0" algn="ctr">
              <a:buNone/>
              <a:defRPr sz="2868">
                <a:solidFill>
                  <a:srgbClr val="404040"/>
                </a:solidFill>
                <a:latin typeface="DM Sans" pitchFamily="2" charset="0"/>
              </a:defRPr>
            </a:lvl1pPr>
          </a:lstStyle>
          <a:p>
            <a:pPr lvl="0"/>
            <a:r>
              <a:rPr lang="pt-BR"/>
              <a:t>ITEM</a:t>
            </a:r>
          </a:p>
        </p:txBody>
      </p:sp>
      <p:sp>
        <p:nvSpPr>
          <p:cNvPr id="38" name="Text Placeholder 2">
            <a:extLst>
              <a:ext uri="{FF2B5EF4-FFF2-40B4-BE49-F238E27FC236}">
                <a16:creationId xmlns:a16="http://schemas.microsoft.com/office/drawing/2014/main" id="{FB4F579E-9EDF-56D6-C3AC-DD6855916F34}"/>
              </a:ext>
            </a:extLst>
          </p:cNvPr>
          <p:cNvSpPr>
            <a:spLocks noGrp="1"/>
          </p:cNvSpPr>
          <p:nvPr>
            <p:ph type="body" sz="quarter" idx="34" hasCustomPrompt="1"/>
          </p:nvPr>
        </p:nvSpPr>
        <p:spPr>
          <a:xfrm>
            <a:off x="2578360" y="3882266"/>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01</a:t>
            </a:r>
          </a:p>
        </p:txBody>
      </p:sp>
      <p:sp>
        <p:nvSpPr>
          <p:cNvPr id="39" name="Text Placeholder 2">
            <a:extLst>
              <a:ext uri="{FF2B5EF4-FFF2-40B4-BE49-F238E27FC236}">
                <a16:creationId xmlns:a16="http://schemas.microsoft.com/office/drawing/2014/main" id="{35D4965A-8FDB-78C0-0469-442215BF3DD8}"/>
              </a:ext>
            </a:extLst>
          </p:cNvPr>
          <p:cNvSpPr>
            <a:spLocks noGrp="1"/>
          </p:cNvSpPr>
          <p:nvPr>
            <p:ph type="body" sz="quarter" idx="35" hasCustomPrompt="1"/>
          </p:nvPr>
        </p:nvSpPr>
        <p:spPr>
          <a:xfrm>
            <a:off x="6548255" y="3875684"/>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02</a:t>
            </a:r>
          </a:p>
        </p:txBody>
      </p:sp>
      <p:sp>
        <p:nvSpPr>
          <p:cNvPr id="40" name="Text Placeholder 2">
            <a:extLst>
              <a:ext uri="{FF2B5EF4-FFF2-40B4-BE49-F238E27FC236}">
                <a16:creationId xmlns:a16="http://schemas.microsoft.com/office/drawing/2014/main" id="{AB2DAC7C-9E11-7DBF-4D29-64DFFDCC3A86}"/>
              </a:ext>
            </a:extLst>
          </p:cNvPr>
          <p:cNvSpPr>
            <a:spLocks noGrp="1"/>
          </p:cNvSpPr>
          <p:nvPr>
            <p:ph type="body" sz="quarter" idx="36" hasCustomPrompt="1"/>
          </p:nvPr>
        </p:nvSpPr>
        <p:spPr>
          <a:xfrm>
            <a:off x="10687421" y="3871989"/>
            <a:ext cx="3675025" cy="1411172"/>
          </a:xfrm>
          <a:prstGeom prst="rect">
            <a:avLst/>
          </a:prstGeom>
          <a:noFill/>
          <a:ln w="44450" cap="sq">
            <a:noFill/>
            <a:miter lim="800000"/>
          </a:ln>
        </p:spPr>
        <p:txBody>
          <a:bodyPr lIns="91434" tIns="45717" rIns="91434" bIns="45717" anchor="b">
            <a:normAutofit/>
          </a:bodyPr>
          <a:lstStyle>
            <a:lvl1pPr marL="0" indent="0" algn="ctr">
              <a:buNone/>
              <a:defRPr sz="7173">
                <a:solidFill>
                  <a:schemeClr val="tx1"/>
                </a:solidFill>
                <a:latin typeface="DM Sans" pitchFamily="2" charset="0"/>
              </a:defRPr>
            </a:lvl1pPr>
          </a:lstStyle>
          <a:p>
            <a:pPr lvl="0"/>
            <a:r>
              <a:rPr lang="pt-BR"/>
              <a:t>03</a:t>
            </a:r>
          </a:p>
        </p:txBody>
      </p:sp>
    </p:spTree>
    <p:extLst>
      <p:ext uri="{BB962C8B-B14F-4D97-AF65-F5344CB8AC3E}">
        <p14:creationId xmlns:p14="http://schemas.microsoft.com/office/powerpoint/2010/main" val="777628692"/>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bg1"/>
        </a:solidFill>
        <a:effectLst/>
      </p:bgPr>
    </p:bg>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D1332C8F-8393-7475-6CEE-E964E49F9DE9}"/>
              </a:ext>
            </a:extLst>
          </p:cNvPr>
          <p:cNvGraphicFramePr>
            <a:graphicFrameLocks noChangeAspect="1"/>
          </p:cNvGraphicFramePr>
          <p:nvPr userDrawn="1">
            <p:custDataLst>
              <p:tags r:id="rId1"/>
            </p:custDataLst>
            <p:extLst>
              <p:ext uri="{D42A27DB-BD31-4B8C-83A1-F6EECF244321}">
                <p14:modId xmlns:p14="http://schemas.microsoft.com/office/powerpoint/2010/main" val="1183433573"/>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0" name="Object 9" hidden="1">
                        <a:extLst>
                          <a:ext uri="{FF2B5EF4-FFF2-40B4-BE49-F238E27FC236}">
                            <a16:creationId xmlns:a16="http://schemas.microsoft.com/office/drawing/2014/main" id="{D1332C8F-8393-7475-6CEE-E964E49F9DE9}"/>
                          </a:ext>
                        </a:extLst>
                      </p:cNvPr>
                      <p:cNvPicPr/>
                      <p:nvPr/>
                    </p:nvPicPr>
                    <p:blipFill>
                      <a:blip r:embed="rId4"/>
                      <a:stretch>
                        <a:fillRect/>
                      </a:stretch>
                    </p:blipFill>
                    <p:spPr>
                      <a:xfrm>
                        <a:off x="2284" y="2284"/>
                        <a:ext cx="2283" cy="2284"/>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32BA5B65-20C4-45AB-93D8-2859109E5450}"/>
              </a:ext>
            </a:extLst>
          </p:cNvPr>
          <p:cNvSpPr>
            <a:spLocks noGrp="1"/>
          </p:cNvSpPr>
          <p:nvPr>
            <p:ph type="title" hasCustomPrompt="1"/>
          </p:nvPr>
        </p:nvSpPr>
        <p:spPr>
          <a:xfrm>
            <a:off x="892653" y="189055"/>
            <a:ext cx="13116203" cy="907877"/>
          </a:xfrm>
          <a:prstGeom prst="rect">
            <a:avLst/>
          </a:prstGeom>
        </p:spPr>
        <p:txBody>
          <a:bodyPr vert="horz" anchor="ctr" anchorCtr="0"/>
          <a:lstStyle>
            <a:lvl1pPr>
              <a:defRPr sz="4184">
                <a:solidFill>
                  <a:schemeClr val="tx1"/>
                </a:solidFill>
                <a:latin typeface="DM Sans" pitchFamily="2" charset="0"/>
              </a:defRPr>
            </a:lvl1pPr>
          </a:lstStyle>
          <a:p>
            <a:r>
              <a:rPr lang="en-US"/>
              <a:t>Click edit Master title</a:t>
            </a:r>
          </a:p>
        </p:txBody>
      </p:sp>
      <p:cxnSp>
        <p:nvCxnSpPr>
          <p:cNvPr id="9" name="Conector reto 12">
            <a:extLst>
              <a:ext uri="{FF2B5EF4-FFF2-40B4-BE49-F238E27FC236}">
                <a16:creationId xmlns:a16="http://schemas.microsoft.com/office/drawing/2014/main" id="{105163A6-0542-7752-ECE5-EFBED54C4E2E}"/>
              </a:ext>
            </a:extLst>
          </p:cNvPr>
          <p:cNvCxnSpPr/>
          <p:nvPr userDrawn="1"/>
        </p:nvCxnSpPr>
        <p:spPr>
          <a:xfrm>
            <a:off x="988130"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Conector reto 2">
            <a:extLst>
              <a:ext uri="{FF2B5EF4-FFF2-40B4-BE49-F238E27FC236}">
                <a16:creationId xmlns:a16="http://schemas.microsoft.com/office/drawing/2014/main" id="{2218A07B-31B4-1B90-4C14-4B2A8EAA1504}"/>
              </a:ext>
            </a:extLst>
          </p:cNvPr>
          <p:cNvCxnSpPr/>
          <p:nvPr userDrawn="1"/>
        </p:nvCxnSpPr>
        <p:spPr>
          <a:xfrm>
            <a:off x="913078" y="1204334"/>
            <a:ext cx="15679247"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Footer Placeholder 4">
            <a:extLst>
              <a:ext uri="{FF2B5EF4-FFF2-40B4-BE49-F238E27FC236}">
                <a16:creationId xmlns:a16="http://schemas.microsoft.com/office/drawing/2014/main" id="{18EBC07F-1EFB-E8C6-EC48-EC4527B51D9A}"/>
              </a:ext>
            </a:extLst>
          </p:cNvPr>
          <p:cNvSpPr>
            <a:spLocks noGrp="1"/>
          </p:cNvSpPr>
          <p:nvPr>
            <p:ph type="ftr" sz="quarter" idx="11"/>
          </p:nvPr>
        </p:nvSpPr>
        <p:spPr>
          <a:xfrm>
            <a:off x="3000733" y="9143144"/>
            <a:ext cx="11530887" cy="525205"/>
          </a:xfrm>
        </p:spPr>
        <p:txBody>
          <a:bodyPr/>
          <a:lstStyle>
            <a:lvl1pPr algn="l">
              <a:defRPr>
                <a:latin typeface="DM Sans" pitchFamily="2" charset="0"/>
              </a:defRPr>
            </a:lvl1pPr>
          </a:lstStyle>
          <a:p>
            <a:endParaRPr lang="en-US"/>
          </a:p>
        </p:txBody>
      </p:sp>
      <p:pic>
        <p:nvPicPr>
          <p:cNvPr id="25" name="Picture 24">
            <a:extLst>
              <a:ext uri="{FF2B5EF4-FFF2-40B4-BE49-F238E27FC236}">
                <a16:creationId xmlns:a16="http://schemas.microsoft.com/office/drawing/2014/main" id="{0A11451D-0627-9FB4-301E-B265DC59281D}"/>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2900350486"/>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1_Blank">
    <p:spTree>
      <p:nvGrpSpPr>
        <p:cNvPr id="1" name=""/>
        <p:cNvGrpSpPr/>
        <p:nvPr/>
      </p:nvGrpSpPr>
      <p:grpSpPr>
        <a:xfrm>
          <a:off x="0" y="0"/>
          <a:ext cx="0" cy="0"/>
          <a:chOff x="0" y="0"/>
          <a:chExt cx="0" cy="0"/>
        </a:xfrm>
      </p:grpSpPr>
      <p:sp>
        <p:nvSpPr>
          <p:cNvPr id="4" name="Rectangle 3"/>
          <p:cNvSpPr/>
          <p:nvPr userDrawn="1"/>
        </p:nvSpPr>
        <p:spPr>
          <a:xfrm>
            <a:off x="2488329" y="9159194"/>
            <a:ext cx="826106" cy="4830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93"/>
          </a:p>
        </p:txBody>
      </p:sp>
      <p:pic>
        <p:nvPicPr>
          <p:cNvPr id="5" name="Picture 4">
            <a:extLst>
              <a:ext uri="{FF2B5EF4-FFF2-40B4-BE49-F238E27FC236}">
                <a16:creationId xmlns:a16="http://schemas.microsoft.com/office/drawing/2014/main" id="{0C740226-5367-8B41-839B-83F16FF912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95319993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ít em 1 linha">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7B626AC3-3586-F4C4-DB9B-48DD0CED7DA6}"/>
              </a:ext>
            </a:extLst>
          </p:cNvPr>
          <p:cNvGraphicFramePr>
            <a:graphicFrameLocks noChangeAspect="1"/>
          </p:cNvGraphicFramePr>
          <p:nvPr userDrawn="1">
            <p:custDataLst>
              <p:tags r:id="rId1"/>
            </p:custDataLst>
            <p:extLst>
              <p:ext uri="{D42A27DB-BD31-4B8C-83A1-F6EECF244321}">
                <p14:modId xmlns:p14="http://schemas.microsoft.com/office/powerpoint/2010/main" val="4229283502"/>
              </p:ext>
            </p:extLst>
          </p:nvPr>
        </p:nvGraphicFramePr>
        <p:xfrm>
          <a:off x="1586" y="1587"/>
          <a:ext cx="1586" cy="1587"/>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2" name="Object 1" hidden="1">
                        <a:extLst>
                          <a:ext uri="{FF2B5EF4-FFF2-40B4-BE49-F238E27FC236}">
                            <a16:creationId xmlns:a16="http://schemas.microsoft.com/office/drawing/2014/main" id="{7B626AC3-3586-F4C4-DB9B-48DD0CED7DA6}"/>
                          </a:ext>
                        </a:extLst>
                      </p:cNvPr>
                      <p:cNvPicPr/>
                      <p:nvPr/>
                    </p:nvPicPr>
                    <p:blipFill>
                      <a:blip r:embed="rId4"/>
                      <a:stretch>
                        <a:fillRect/>
                      </a:stretch>
                    </p:blipFill>
                    <p:spPr>
                      <a:xfrm>
                        <a:off x="1586" y="1587"/>
                        <a:ext cx="1586" cy="1587"/>
                      </a:xfrm>
                      <a:prstGeom prst="rect">
                        <a:avLst/>
                      </a:prstGeom>
                    </p:spPr>
                  </p:pic>
                </p:oleObj>
              </mc:Fallback>
            </mc:AlternateContent>
          </a:graphicData>
        </a:graphic>
      </p:graphicFrame>
      <p:sp>
        <p:nvSpPr>
          <p:cNvPr id="4" name="Title 1">
            <a:extLst>
              <a:ext uri="{FF2B5EF4-FFF2-40B4-BE49-F238E27FC236}">
                <a16:creationId xmlns:a16="http://schemas.microsoft.com/office/drawing/2014/main" id="{1A048744-E3D8-74B6-72BA-DE995005D179}"/>
              </a:ext>
            </a:extLst>
          </p:cNvPr>
          <p:cNvSpPr>
            <a:spLocks noGrp="1"/>
          </p:cNvSpPr>
          <p:nvPr>
            <p:ph type="title"/>
          </p:nvPr>
        </p:nvSpPr>
        <p:spPr>
          <a:xfrm>
            <a:off x="1205350" y="564473"/>
            <a:ext cx="15121653" cy="907877"/>
          </a:xfrm>
          <a:prstGeom prst="rect">
            <a:avLst/>
          </a:prstGeom>
        </p:spPr>
        <p:txBody>
          <a:bodyPr vert="horz" anchor="ctr" anchorCtr="0"/>
          <a:lstStyle>
            <a:lvl1pPr>
              <a:defRPr sz="4184">
                <a:solidFill>
                  <a:schemeClr val="tx1"/>
                </a:solidFill>
                <a:latin typeface="DM Sans" pitchFamily="2" charset="0"/>
              </a:defRPr>
            </a:lvl1pPr>
          </a:lstStyle>
          <a:p>
            <a:r>
              <a:rPr lang="en-US"/>
              <a:t>Click to edit Master title style</a:t>
            </a:r>
          </a:p>
        </p:txBody>
      </p:sp>
      <p:cxnSp>
        <p:nvCxnSpPr>
          <p:cNvPr id="6" name="Conector reto 12">
            <a:extLst>
              <a:ext uri="{FF2B5EF4-FFF2-40B4-BE49-F238E27FC236}">
                <a16:creationId xmlns:a16="http://schemas.microsoft.com/office/drawing/2014/main" id="{1B86BA4C-3418-8A29-7EFE-2807EB7C243E}"/>
              </a:ext>
            </a:extLst>
          </p:cNvPr>
          <p:cNvCxnSpPr/>
          <p:nvPr userDrawn="1"/>
        </p:nvCxnSpPr>
        <p:spPr>
          <a:xfrm>
            <a:off x="988130" y="9018410"/>
            <a:ext cx="1542227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8" name="Footer Placeholder 4">
            <a:extLst>
              <a:ext uri="{FF2B5EF4-FFF2-40B4-BE49-F238E27FC236}">
                <a16:creationId xmlns:a16="http://schemas.microsoft.com/office/drawing/2014/main" id="{E7F27414-C2FA-45C1-BF3A-29309DF7C0C0}"/>
              </a:ext>
            </a:extLst>
          </p:cNvPr>
          <p:cNvSpPr>
            <a:spLocks noGrp="1"/>
          </p:cNvSpPr>
          <p:nvPr>
            <p:ph type="ftr" sz="quarter" idx="11"/>
          </p:nvPr>
        </p:nvSpPr>
        <p:spPr>
          <a:xfrm>
            <a:off x="3000733" y="9143144"/>
            <a:ext cx="11530887" cy="525205"/>
          </a:xfrm>
        </p:spPr>
        <p:txBody>
          <a:bodyPr/>
          <a:lstStyle>
            <a:lvl1pPr>
              <a:defRPr>
                <a:latin typeface="DM Sans" pitchFamily="2" charset="0"/>
              </a:defRPr>
            </a:lvl1pPr>
          </a:lstStyle>
          <a:p>
            <a:endParaRPr lang="en-US"/>
          </a:p>
        </p:txBody>
      </p:sp>
      <p:pic>
        <p:nvPicPr>
          <p:cNvPr id="5" name="Picture 4">
            <a:extLst>
              <a:ext uri="{FF2B5EF4-FFF2-40B4-BE49-F238E27FC236}">
                <a16:creationId xmlns:a16="http://schemas.microsoft.com/office/drawing/2014/main" id="{1AE285E1-FAFA-FAEA-28E9-1EE83659228D}"/>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36164" y="8998869"/>
            <a:ext cx="1256715" cy="941516"/>
          </a:xfrm>
          <a:prstGeom prst="rect">
            <a:avLst/>
          </a:prstGeom>
        </p:spPr>
      </p:pic>
    </p:spTree>
    <p:extLst>
      <p:ext uri="{BB962C8B-B14F-4D97-AF65-F5344CB8AC3E}">
        <p14:creationId xmlns:p14="http://schemas.microsoft.com/office/powerpoint/2010/main" val="39884816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143427"/>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Capas, Subcapas e Agendas">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1738110"/>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tags" Target="../tags/tag2.xml"/><Relationship Id="rId25" Type="http://schemas.openxmlformats.org/officeDocument/2006/relationships/oleObject" Target="../embeddings/oleObject1.bin"/><Relationship Id="rId26"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theme" Target="../theme/theme2.xml"/><Relationship Id="rId11" Type="http://schemas.openxmlformats.org/officeDocument/2006/relationships/tags" Target="../tags/tag26.xml"/><Relationship Id="rId12" Type="http://schemas.openxmlformats.org/officeDocument/2006/relationships/oleObject" Target="../embeddings/oleObject24.bin"/><Relationship Id="rId13"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5807591" y="9143139"/>
            <a:ext cx="5917168" cy="525205"/>
          </a:xfrm>
          <a:prstGeom prst="rect">
            <a:avLst/>
          </a:prstGeom>
        </p:spPr>
        <p:txBody>
          <a:bodyPr vert="horz" lIns="91440" tIns="45720" rIns="91440" bIns="45720" rtlCol="0" anchor="ctr"/>
          <a:lstStyle>
            <a:lvl1pPr algn="ctr">
              <a:defRPr sz="1726">
                <a:solidFill>
                  <a:schemeClr val="tx1">
                    <a:tint val="75000"/>
                  </a:schemeClr>
                </a:solidFill>
              </a:defRPr>
            </a:lvl1pPr>
          </a:lstStyle>
          <a:p>
            <a:endParaRPr lang="en-US"/>
          </a:p>
        </p:txBody>
      </p:sp>
      <p:graphicFrame>
        <p:nvGraphicFramePr>
          <p:cNvPr id="7" name="Object 6" hidden="1">
            <a:extLst>
              <a:ext uri="{FF2B5EF4-FFF2-40B4-BE49-F238E27FC236}">
                <a16:creationId xmlns:a16="http://schemas.microsoft.com/office/drawing/2014/main" id="{1AF67970-BEFA-5A10-A5F9-72D9191C8741}"/>
              </a:ext>
            </a:extLst>
          </p:cNvPr>
          <p:cNvGraphicFramePr>
            <a:graphicFrameLocks noChangeAspect="1"/>
          </p:cNvGraphicFramePr>
          <p:nvPr userDrawn="1">
            <p:custDataLst>
              <p:tags r:id="rId24"/>
            </p:custDataLst>
            <p:extLst>
              <p:ext uri="{D42A27DB-BD31-4B8C-83A1-F6EECF244321}">
                <p14:modId xmlns:p14="http://schemas.microsoft.com/office/powerpoint/2010/main" val="2588513198"/>
              </p:ext>
            </p:extLst>
          </p:nvPr>
        </p:nvGraphicFramePr>
        <p:xfrm>
          <a:off x="2283" y="2284"/>
          <a:ext cx="2284" cy="2284"/>
        </p:xfrm>
        <a:graphic>
          <a:graphicData uri="http://schemas.openxmlformats.org/presentationml/2006/ole">
            <mc:AlternateContent xmlns:mc="http://schemas.openxmlformats.org/markup-compatibility/2006">
              <mc:Choice xmlns:v="urn:schemas-microsoft-com:vml" Requires="v">
                <p:oleObj name="think-cell Slide" r:id="rId25" imgW="421" imgH="420" progId="TCLayout.ActiveDocument.1">
                  <p:embed/>
                </p:oleObj>
              </mc:Choice>
              <mc:Fallback>
                <p:oleObj name="think-cell Slide" r:id="rId25" imgW="421" imgH="420" progId="TCLayout.ActiveDocument.1">
                  <p:embed/>
                  <p:pic>
                    <p:nvPicPr>
                      <p:cNvPr id="7" name="Object 6" hidden="1">
                        <a:extLst>
                          <a:ext uri="{FF2B5EF4-FFF2-40B4-BE49-F238E27FC236}">
                            <a16:creationId xmlns:a16="http://schemas.microsoft.com/office/drawing/2014/main" id="{1AF67970-BEFA-5A10-A5F9-72D9191C8741}"/>
                          </a:ext>
                        </a:extLst>
                      </p:cNvPr>
                      <p:cNvPicPr/>
                      <p:nvPr/>
                    </p:nvPicPr>
                    <p:blipFill>
                      <a:blip r:embed="rId26"/>
                      <a:stretch>
                        <a:fillRect/>
                      </a:stretch>
                    </p:blipFill>
                    <p:spPr>
                      <a:xfrm>
                        <a:off x="2283" y="2284"/>
                        <a:ext cx="2284" cy="2284"/>
                      </a:xfrm>
                      <a:prstGeom prst="rect">
                        <a:avLst/>
                      </a:prstGeom>
                    </p:spPr>
                  </p:pic>
                </p:oleObj>
              </mc:Fallback>
            </mc:AlternateContent>
          </a:graphicData>
        </a:graphic>
      </p:graphicFrame>
      <p:sp>
        <p:nvSpPr>
          <p:cNvPr id="8" name="Text Box 14">
            <a:extLst>
              <a:ext uri="{FF2B5EF4-FFF2-40B4-BE49-F238E27FC236}">
                <a16:creationId xmlns:a16="http://schemas.microsoft.com/office/drawing/2014/main" id="{5D655657-F95F-B53C-413F-69DE6A8ECB6A}"/>
              </a:ext>
            </a:extLst>
          </p:cNvPr>
          <p:cNvSpPr txBox="1">
            <a:spLocks noChangeArrowheads="1"/>
          </p:cNvSpPr>
          <p:nvPr userDrawn="1"/>
        </p:nvSpPr>
        <p:spPr bwMode="auto">
          <a:xfrm>
            <a:off x="16327002" y="9349876"/>
            <a:ext cx="431459" cy="265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955675" eaLnBrk="0" hangingPunct="0">
              <a:defRPr sz="900">
                <a:solidFill>
                  <a:schemeClr val="tx1"/>
                </a:solidFill>
                <a:latin typeface="Verdana" pitchFamily="34" charset="0"/>
                <a:cs typeface="Arial" pitchFamily="34" charset="0"/>
              </a:defRPr>
            </a:lvl1pPr>
            <a:lvl2pPr marL="742950" indent="-285750" defTabSz="955675" eaLnBrk="0" hangingPunct="0">
              <a:defRPr sz="900">
                <a:solidFill>
                  <a:schemeClr val="tx1"/>
                </a:solidFill>
                <a:latin typeface="Verdana" pitchFamily="34" charset="0"/>
                <a:cs typeface="Arial" pitchFamily="34" charset="0"/>
              </a:defRPr>
            </a:lvl2pPr>
            <a:lvl3pPr marL="1143000" indent="-228600" defTabSz="955675" eaLnBrk="0" hangingPunct="0">
              <a:defRPr sz="900">
                <a:solidFill>
                  <a:schemeClr val="tx1"/>
                </a:solidFill>
                <a:latin typeface="Verdana" pitchFamily="34" charset="0"/>
                <a:cs typeface="Arial" pitchFamily="34" charset="0"/>
              </a:defRPr>
            </a:lvl3pPr>
            <a:lvl4pPr marL="1600200" indent="-228600" defTabSz="955675" eaLnBrk="0" hangingPunct="0">
              <a:defRPr sz="900">
                <a:solidFill>
                  <a:schemeClr val="tx1"/>
                </a:solidFill>
                <a:latin typeface="Verdana" pitchFamily="34" charset="0"/>
                <a:cs typeface="Arial" pitchFamily="34" charset="0"/>
              </a:defRPr>
            </a:lvl4pPr>
            <a:lvl5pPr marL="2057400" indent="-228600" defTabSz="955675" eaLnBrk="0" hangingPunct="0">
              <a:defRPr sz="900">
                <a:solidFill>
                  <a:schemeClr val="tx1"/>
                </a:solidFill>
                <a:latin typeface="Verdana" pitchFamily="34" charset="0"/>
                <a:cs typeface="Arial" pitchFamily="34" charset="0"/>
              </a:defRPr>
            </a:lvl5pPr>
            <a:lvl6pPr marL="25146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6pPr>
            <a:lvl7pPr marL="29718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7pPr>
            <a:lvl8pPr marL="34290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8pPr>
            <a:lvl9pPr marL="38862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9pPr>
          </a:lstStyle>
          <a:p>
            <a:pPr marL="0" marR="0" lvl="0" indent="0" algn="r" defTabSz="1373895" rtl="0" eaLnBrk="1" fontAlgn="base" latinLnBrk="0" hangingPunct="1">
              <a:lnSpc>
                <a:spcPct val="100000"/>
              </a:lnSpc>
              <a:spcBef>
                <a:spcPct val="50000"/>
              </a:spcBef>
              <a:spcAft>
                <a:spcPct val="0"/>
              </a:spcAft>
              <a:buClrTx/>
              <a:buSzTx/>
              <a:buFontTx/>
              <a:buNone/>
              <a:tabLst/>
              <a:defRPr/>
            </a:pPr>
            <a:fld id="{69D6822A-07B1-4F91-A295-811CDA9E83C4}" type="slidenum">
              <a:rPr kumimoji="0" lang="en-US" sz="1726"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rPr>
              <a:pPr marL="0" marR="0" lvl="0" indent="0" algn="r" defTabSz="1373895" rtl="0" eaLnBrk="1" fontAlgn="base" latinLnBrk="0" hangingPunct="1">
                <a:lnSpc>
                  <a:spcPct val="100000"/>
                </a:lnSpc>
                <a:spcBef>
                  <a:spcPct val="50000"/>
                </a:spcBef>
                <a:spcAft>
                  <a:spcPct val="0"/>
                </a:spcAft>
                <a:buClrTx/>
                <a:buSzTx/>
                <a:buFontTx/>
                <a:buNone/>
                <a:tabLst/>
                <a:defRPr/>
              </a:pPr>
              <a:t>‹Nº›</a:t>
            </a:fld>
            <a:endParaRPr kumimoji="0" lang="en-US" sz="1726"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endParaRPr>
          </a:p>
        </p:txBody>
      </p:sp>
      <p:sp>
        <p:nvSpPr>
          <p:cNvPr id="9" name="Retângulo 18">
            <a:extLst>
              <a:ext uri="{FF2B5EF4-FFF2-40B4-BE49-F238E27FC236}">
                <a16:creationId xmlns:a16="http://schemas.microsoft.com/office/drawing/2014/main" id="{28DA736E-7D84-589A-08F3-F2D07B8C0553}"/>
              </a:ext>
            </a:extLst>
          </p:cNvPr>
          <p:cNvSpPr/>
          <p:nvPr userDrawn="1"/>
        </p:nvSpPr>
        <p:spPr>
          <a:xfrm>
            <a:off x="12604805" y="54453"/>
            <a:ext cx="4343368" cy="382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51754" tIns="51754" rIns="51754" bIns="51754">
            <a:spAutoFit/>
          </a:bodyPr>
          <a:lstStyle/>
          <a:p>
            <a:pPr marL="0" marR="0" lvl="0" indent="0" algn="r" defTabSz="1314555" rtl="0" eaLnBrk="1" fontAlgn="base" latinLnBrk="0" hangingPunct="1">
              <a:lnSpc>
                <a:spcPct val="110000"/>
              </a:lnSpc>
              <a:spcBef>
                <a:spcPts val="431"/>
              </a:spcBef>
              <a:spcAft>
                <a:spcPct val="0"/>
              </a:spcAft>
              <a:buClr>
                <a:srgbClr val="00446B"/>
              </a:buClr>
              <a:buSzTx/>
              <a:buFontTx/>
              <a:buNone/>
              <a:tabLst/>
              <a:defRPr/>
            </a:pPr>
            <a:r>
              <a:rPr kumimoji="0" lang="es-CO" sz="1726"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Confidencial</a:t>
            </a:r>
            <a:endParaRPr kumimoji="0" lang="pt-BR" sz="1726"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2246708246"/>
      </p:ext>
    </p:extLst>
  </p:cSld>
  <p:clrMap bg1="lt1" tx1="dk1" bg2="lt2" tx2="dk2" accent1="accent1" accent2="accent2" accent3="accent3" accent4="accent4" accent5="accent5" accent6="accent6" hlink="hlink" folHlink="folHlink"/>
  <p:sldLayoutIdLst>
    <p:sldLayoutId id="2147483649" r:id="rId1"/>
    <p:sldLayoutId id="2147483762" r:id="rId2"/>
    <p:sldLayoutId id="2147483763" r:id="rId3"/>
    <p:sldLayoutId id="2147483764" r:id="rId4"/>
    <p:sldLayoutId id="2147483765" r:id="rId5"/>
    <p:sldLayoutId id="2147483708" r:id="rId6"/>
    <p:sldLayoutId id="2147483761" r:id="rId7"/>
    <p:sldLayoutId id="2147483728" r:id="rId8"/>
    <p:sldLayoutId id="2147483651" r:id="rId9"/>
    <p:sldLayoutId id="2147483709" r:id="rId10"/>
    <p:sldLayoutId id="2147483652" r:id="rId11"/>
    <p:sldLayoutId id="2147483766" r:id="rId12"/>
    <p:sldLayoutId id="2147483711" r:id="rId13"/>
    <p:sldLayoutId id="2147483727" r:id="rId14"/>
    <p:sldLayoutId id="2147483730" r:id="rId15"/>
    <p:sldLayoutId id="2147483731" r:id="rId16"/>
    <p:sldLayoutId id="2147483733" r:id="rId17"/>
    <p:sldLayoutId id="2147483734" r:id="rId18"/>
    <p:sldLayoutId id="2147483735" r:id="rId19"/>
    <p:sldLayoutId id="2147483736" r:id="rId20"/>
    <p:sldLayoutId id="2147483737" r:id="rId21"/>
    <p:sldLayoutId id="2147483738" r:id="rId22"/>
  </p:sldLayoutIdLst>
  <p:txStyles>
    <p:titleStyle>
      <a:lvl1pPr algn="l" defTabSz="1314907" rtl="0" eaLnBrk="1" latinLnBrk="0" hangingPunct="1">
        <a:lnSpc>
          <a:spcPct val="90000"/>
        </a:lnSpc>
        <a:spcBef>
          <a:spcPct val="0"/>
        </a:spcBef>
        <a:buNone/>
        <a:defRPr sz="6327" kern="1200">
          <a:solidFill>
            <a:schemeClr val="tx1"/>
          </a:solidFill>
          <a:latin typeface="+mj-lt"/>
          <a:ea typeface="+mj-ea"/>
          <a:cs typeface="+mj-cs"/>
        </a:defRPr>
      </a:lvl1pPr>
    </p:titleStyle>
    <p:bodyStyle>
      <a:lvl1pPr marL="328727" indent="-328727" algn="l" defTabSz="1314907" rtl="0" eaLnBrk="1" latinLnBrk="0" hangingPunct="1">
        <a:lnSpc>
          <a:spcPct val="90000"/>
        </a:lnSpc>
        <a:spcBef>
          <a:spcPts val="1438"/>
        </a:spcBef>
        <a:buFont typeface="Arial" panose="020B0604020202020204" pitchFamily="34" charset="0"/>
        <a:buChar char="•"/>
        <a:defRPr sz="4026" kern="1200">
          <a:solidFill>
            <a:schemeClr val="tx1"/>
          </a:solidFill>
          <a:latin typeface="+mn-lt"/>
          <a:ea typeface="+mn-ea"/>
          <a:cs typeface="+mn-cs"/>
        </a:defRPr>
      </a:lvl1pPr>
      <a:lvl2pPr marL="986180" indent="-328727" algn="l" defTabSz="1314907" rtl="0" eaLnBrk="1" latinLnBrk="0" hangingPunct="1">
        <a:lnSpc>
          <a:spcPct val="90000"/>
        </a:lnSpc>
        <a:spcBef>
          <a:spcPts val="719"/>
        </a:spcBef>
        <a:buFont typeface="Arial" panose="020B0604020202020204" pitchFamily="34" charset="0"/>
        <a:buChar char="•"/>
        <a:defRPr sz="3451" kern="1200">
          <a:solidFill>
            <a:schemeClr val="tx1"/>
          </a:solidFill>
          <a:latin typeface="+mn-lt"/>
          <a:ea typeface="+mn-ea"/>
          <a:cs typeface="+mn-cs"/>
        </a:defRPr>
      </a:lvl2pPr>
      <a:lvl3pPr marL="1643634" indent="-328727" algn="l" defTabSz="1314907" rtl="0" eaLnBrk="1" latinLnBrk="0" hangingPunct="1">
        <a:lnSpc>
          <a:spcPct val="90000"/>
        </a:lnSpc>
        <a:spcBef>
          <a:spcPts val="719"/>
        </a:spcBef>
        <a:buFont typeface="Arial" panose="020B0604020202020204" pitchFamily="34" charset="0"/>
        <a:buChar char="•"/>
        <a:defRPr sz="2876" kern="1200">
          <a:solidFill>
            <a:schemeClr val="tx1"/>
          </a:solidFill>
          <a:latin typeface="+mn-lt"/>
          <a:ea typeface="+mn-ea"/>
          <a:cs typeface="+mn-cs"/>
        </a:defRPr>
      </a:lvl3pPr>
      <a:lvl4pPr marL="2301088"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4pPr>
      <a:lvl5pPr marL="2958541"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5pPr>
      <a:lvl6pPr marL="3615995"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6pPr>
      <a:lvl7pPr marL="4273448"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7pPr>
      <a:lvl8pPr marL="4930902"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8pPr>
      <a:lvl9pPr marL="5588356" indent="-328727" algn="l" defTabSz="1314907" rtl="0" eaLnBrk="1" latinLnBrk="0" hangingPunct="1">
        <a:lnSpc>
          <a:spcPct val="90000"/>
        </a:lnSpc>
        <a:spcBef>
          <a:spcPts val="719"/>
        </a:spcBef>
        <a:buFont typeface="Arial" panose="020B0604020202020204" pitchFamily="34" charset="0"/>
        <a:buChar char="•"/>
        <a:defRPr sz="2588" kern="1200">
          <a:solidFill>
            <a:schemeClr val="tx1"/>
          </a:solidFill>
          <a:latin typeface="+mn-lt"/>
          <a:ea typeface="+mn-ea"/>
          <a:cs typeface="+mn-cs"/>
        </a:defRPr>
      </a:lvl9pPr>
    </p:bodyStyle>
    <p:otherStyle>
      <a:defPPr>
        <a:defRPr lang="en-US"/>
      </a:defPPr>
      <a:lvl1pPr marL="0" algn="l" defTabSz="1314907" rtl="0" eaLnBrk="1" latinLnBrk="0" hangingPunct="1">
        <a:defRPr sz="2588" kern="1200">
          <a:solidFill>
            <a:schemeClr val="tx1"/>
          </a:solidFill>
          <a:latin typeface="+mn-lt"/>
          <a:ea typeface="+mn-ea"/>
          <a:cs typeface="+mn-cs"/>
        </a:defRPr>
      </a:lvl1pPr>
      <a:lvl2pPr marL="657454" algn="l" defTabSz="1314907" rtl="0" eaLnBrk="1" latinLnBrk="0" hangingPunct="1">
        <a:defRPr sz="2588" kern="1200">
          <a:solidFill>
            <a:schemeClr val="tx1"/>
          </a:solidFill>
          <a:latin typeface="+mn-lt"/>
          <a:ea typeface="+mn-ea"/>
          <a:cs typeface="+mn-cs"/>
        </a:defRPr>
      </a:lvl2pPr>
      <a:lvl3pPr marL="1314907" algn="l" defTabSz="1314907" rtl="0" eaLnBrk="1" latinLnBrk="0" hangingPunct="1">
        <a:defRPr sz="2588" kern="1200">
          <a:solidFill>
            <a:schemeClr val="tx1"/>
          </a:solidFill>
          <a:latin typeface="+mn-lt"/>
          <a:ea typeface="+mn-ea"/>
          <a:cs typeface="+mn-cs"/>
        </a:defRPr>
      </a:lvl3pPr>
      <a:lvl4pPr marL="1972361" algn="l" defTabSz="1314907" rtl="0" eaLnBrk="1" latinLnBrk="0" hangingPunct="1">
        <a:defRPr sz="2588" kern="1200">
          <a:solidFill>
            <a:schemeClr val="tx1"/>
          </a:solidFill>
          <a:latin typeface="+mn-lt"/>
          <a:ea typeface="+mn-ea"/>
          <a:cs typeface="+mn-cs"/>
        </a:defRPr>
      </a:lvl4pPr>
      <a:lvl5pPr marL="2629814" algn="l" defTabSz="1314907" rtl="0" eaLnBrk="1" latinLnBrk="0" hangingPunct="1">
        <a:defRPr sz="2588" kern="1200">
          <a:solidFill>
            <a:schemeClr val="tx1"/>
          </a:solidFill>
          <a:latin typeface="+mn-lt"/>
          <a:ea typeface="+mn-ea"/>
          <a:cs typeface="+mn-cs"/>
        </a:defRPr>
      </a:lvl5pPr>
      <a:lvl6pPr marL="3287268" algn="l" defTabSz="1314907" rtl="0" eaLnBrk="1" latinLnBrk="0" hangingPunct="1">
        <a:defRPr sz="2588" kern="1200">
          <a:solidFill>
            <a:schemeClr val="tx1"/>
          </a:solidFill>
          <a:latin typeface="+mn-lt"/>
          <a:ea typeface="+mn-ea"/>
          <a:cs typeface="+mn-cs"/>
        </a:defRPr>
      </a:lvl6pPr>
      <a:lvl7pPr marL="3944722" algn="l" defTabSz="1314907" rtl="0" eaLnBrk="1" latinLnBrk="0" hangingPunct="1">
        <a:defRPr sz="2588" kern="1200">
          <a:solidFill>
            <a:schemeClr val="tx1"/>
          </a:solidFill>
          <a:latin typeface="+mn-lt"/>
          <a:ea typeface="+mn-ea"/>
          <a:cs typeface="+mn-cs"/>
        </a:defRPr>
      </a:lvl7pPr>
      <a:lvl8pPr marL="4602175" algn="l" defTabSz="1314907" rtl="0" eaLnBrk="1" latinLnBrk="0" hangingPunct="1">
        <a:defRPr sz="2588" kern="1200">
          <a:solidFill>
            <a:schemeClr val="tx1"/>
          </a:solidFill>
          <a:latin typeface="+mn-lt"/>
          <a:ea typeface="+mn-ea"/>
          <a:cs typeface="+mn-cs"/>
        </a:defRPr>
      </a:lvl8pPr>
      <a:lvl9pPr marL="5259629" algn="l" defTabSz="1314907" rtl="0" eaLnBrk="1" latinLnBrk="0" hangingPunct="1">
        <a:defRPr sz="25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5807591" y="9143141"/>
            <a:ext cx="5917168" cy="525205"/>
          </a:xfrm>
          <a:prstGeom prst="rect">
            <a:avLst/>
          </a:prstGeom>
        </p:spPr>
        <p:txBody>
          <a:bodyPr vert="horz" lIns="91440" tIns="45720" rIns="91440" bIns="45720" rtlCol="0" anchor="ctr"/>
          <a:lstStyle>
            <a:lvl1pPr algn="ctr">
              <a:defRPr sz="1722">
                <a:solidFill>
                  <a:schemeClr val="tx1">
                    <a:tint val="75000"/>
                  </a:schemeClr>
                </a:solidFill>
              </a:defRPr>
            </a:lvl1pPr>
          </a:lstStyle>
          <a:p>
            <a:endParaRPr lang="en-US"/>
          </a:p>
        </p:txBody>
      </p:sp>
      <p:graphicFrame>
        <p:nvGraphicFramePr>
          <p:cNvPr id="7" name="Object 6" hidden="1">
            <a:extLst>
              <a:ext uri="{FF2B5EF4-FFF2-40B4-BE49-F238E27FC236}">
                <a16:creationId xmlns:a16="http://schemas.microsoft.com/office/drawing/2014/main" id="{1AF67970-BEFA-5A10-A5F9-72D9191C8741}"/>
              </a:ext>
            </a:extLst>
          </p:cNvPr>
          <p:cNvGraphicFramePr>
            <a:graphicFrameLocks noChangeAspect="1"/>
          </p:cNvGraphicFramePr>
          <p:nvPr userDrawn="1">
            <p:custDataLst>
              <p:tags r:id="rId11"/>
            </p:custDataLst>
            <p:extLst>
              <p:ext uri="{D42A27DB-BD31-4B8C-83A1-F6EECF244321}">
                <p14:modId xmlns:p14="http://schemas.microsoft.com/office/powerpoint/2010/main" val="566313456"/>
              </p:ext>
            </p:extLst>
          </p:nvPr>
        </p:nvGraphicFramePr>
        <p:xfrm>
          <a:off x="2284" y="2284"/>
          <a:ext cx="2283" cy="2284"/>
        </p:xfrm>
        <a:graphic>
          <a:graphicData uri="http://schemas.openxmlformats.org/presentationml/2006/ole">
            <mc:AlternateContent xmlns:mc="http://schemas.openxmlformats.org/markup-compatibility/2006">
              <mc:Choice xmlns:v="urn:schemas-microsoft-com:vml" Requires="v">
                <p:oleObj name="think-cell Slide" r:id="rId12" imgW="421" imgH="420" progId="TCLayout.ActiveDocument.1">
                  <p:embed/>
                </p:oleObj>
              </mc:Choice>
              <mc:Fallback>
                <p:oleObj name="think-cell Slide" r:id="rId12" imgW="421" imgH="420" progId="TCLayout.ActiveDocument.1">
                  <p:embed/>
                  <p:pic>
                    <p:nvPicPr>
                      <p:cNvPr id="7" name="Object 6" hidden="1">
                        <a:extLst>
                          <a:ext uri="{FF2B5EF4-FFF2-40B4-BE49-F238E27FC236}">
                            <a16:creationId xmlns:a16="http://schemas.microsoft.com/office/drawing/2014/main" id="{1AF67970-BEFA-5A10-A5F9-72D9191C8741}"/>
                          </a:ext>
                        </a:extLst>
                      </p:cNvPr>
                      <p:cNvPicPr/>
                      <p:nvPr/>
                    </p:nvPicPr>
                    <p:blipFill>
                      <a:blip r:embed="rId13"/>
                      <a:stretch>
                        <a:fillRect/>
                      </a:stretch>
                    </p:blipFill>
                    <p:spPr>
                      <a:xfrm>
                        <a:off x="2284" y="2284"/>
                        <a:ext cx="2283" cy="2284"/>
                      </a:xfrm>
                      <a:prstGeom prst="rect">
                        <a:avLst/>
                      </a:prstGeom>
                    </p:spPr>
                  </p:pic>
                </p:oleObj>
              </mc:Fallback>
            </mc:AlternateContent>
          </a:graphicData>
        </a:graphic>
      </p:graphicFrame>
      <p:sp>
        <p:nvSpPr>
          <p:cNvPr id="8" name="Text Box 14">
            <a:extLst>
              <a:ext uri="{FF2B5EF4-FFF2-40B4-BE49-F238E27FC236}">
                <a16:creationId xmlns:a16="http://schemas.microsoft.com/office/drawing/2014/main" id="{5D655657-F95F-B53C-413F-69DE6A8ECB6A}"/>
              </a:ext>
            </a:extLst>
          </p:cNvPr>
          <p:cNvSpPr txBox="1">
            <a:spLocks noChangeArrowheads="1"/>
          </p:cNvSpPr>
          <p:nvPr userDrawn="1"/>
        </p:nvSpPr>
        <p:spPr bwMode="auto">
          <a:xfrm>
            <a:off x="16327003" y="9350453"/>
            <a:ext cx="431458" cy="265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955675" eaLnBrk="0" hangingPunct="0">
              <a:defRPr sz="900">
                <a:solidFill>
                  <a:schemeClr val="tx1"/>
                </a:solidFill>
                <a:latin typeface="Verdana" pitchFamily="34" charset="0"/>
                <a:cs typeface="Arial" pitchFamily="34" charset="0"/>
              </a:defRPr>
            </a:lvl1pPr>
            <a:lvl2pPr marL="742950" indent="-285750" defTabSz="955675" eaLnBrk="0" hangingPunct="0">
              <a:defRPr sz="900">
                <a:solidFill>
                  <a:schemeClr val="tx1"/>
                </a:solidFill>
                <a:latin typeface="Verdana" pitchFamily="34" charset="0"/>
                <a:cs typeface="Arial" pitchFamily="34" charset="0"/>
              </a:defRPr>
            </a:lvl2pPr>
            <a:lvl3pPr marL="1143000" indent="-228600" defTabSz="955675" eaLnBrk="0" hangingPunct="0">
              <a:defRPr sz="900">
                <a:solidFill>
                  <a:schemeClr val="tx1"/>
                </a:solidFill>
                <a:latin typeface="Verdana" pitchFamily="34" charset="0"/>
                <a:cs typeface="Arial" pitchFamily="34" charset="0"/>
              </a:defRPr>
            </a:lvl3pPr>
            <a:lvl4pPr marL="1600200" indent="-228600" defTabSz="955675" eaLnBrk="0" hangingPunct="0">
              <a:defRPr sz="900">
                <a:solidFill>
                  <a:schemeClr val="tx1"/>
                </a:solidFill>
                <a:latin typeface="Verdana" pitchFamily="34" charset="0"/>
                <a:cs typeface="Arial" pitchFamily="34" charset="0"/>
              </a:defRPr>
            </a:lvl4pPr>
            <a:lvl5pPr marL="2057400" indent="-228600" defTabSz="955675" eaLnBrk="0" hangingPunct="0">
              <a:defRPr sz="900">
                <a:solidFill>
                  <a:schemeClr val="tx1"/>
                </a:solidFill>
                <a:latin typeface="Verdana" pitchFamily="34" charset="0"/>
                <a:cs typeface="Arial" pitchFamily="34" charset="0"/>
              </a:defRPr>
            </a:lvl5pPr>
            <a:lvl6pPr marL="25146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6pPr>
            <a:lvl7pPr marL="29718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7pPr>
            <a:lvl8pPr marL="34290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8pPr>
            <a:lvl9pPr marL="3886200" indent="-228600" algn="ctr" defTabSz="955675" eaLnBrk="0" fontAlgn="base" hangingPunct="0">
              <a:spcBef>
                <a:spcPct val="50000"/>
              </a:spcBef>
              <a:spcAft>
                <a:spcPct val="0"/>
              </a:spcAft>
              <a:buSzPct val="80000"/>
              <a:buFont typeface="Wingdings" pitchFamily="2" charset="2"/>
              <a:defRPr sz="900">
                <a:solidFill>
                  <a:schemeClr val="tx1"/>
                </a:solidFill>
                <a:latin typeface="Verdana" pitchFamily="34" charset="0"/>
                <a:cs typeface="Arial" pitchFamily="34" charset="0"/>
              </a:defRPr>
            </a:lvl9pPr>
          </a:lstStyle>
          <a:p>
            <a:pPr marL="0" marR="0" lvl="0" indent="0" algn="r" defTabSz="1370290" rtl="0" eaLnBrk="1" fontAlgn="base" latinLnBrk="0" hangingPunct="1">
              <a:lnSpc>
                <a:spcPct val="100000"/>
              </a:lnSpc>
              <a:spcBef>
                <a:spcPct val="50000"/>
              </a:spcBef>
              <a:spcAft>
                <a:spcPct val="0"/>
              </a:spcAft>
              <a:buClrTx/>
              <a:buSzTx/>
              <a:buFontTx/>
              <a:buNone/>
              <a:tabLst/>
              <a:defRPr/>
            </a:pPr>
            <a:fld id="{69D6822A-07B1-4F91-A295-811CDA9E83C4}" type="slidenum">
              <a:rPr kumimoji="0" lang="en-US" sz="1722"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rPr>
              <a:pPr marL="0" marR="0" lvl="0" indent="0" algn="r" defTabSz="1370290" rtl="0" eaLnBrk="1" fontAlgn="base" latinLnBrk="0" hangingPunct="1">
                <a:lnSpc>
                  <a:spcPct val="100000"/>
                </a:lnSpc>
                <a:spcBef>
                  <a:spcPct val="50000"/>
                </a:spcBef>
                <a:spcAft>
                  <a:spcPct val="0"/>
                </a:spcAft>
                <a:buClrTx/>
                <a:buSzTx/>
                <a:buFontTx/>
                <a:buNone/>
                <a:tabLst/>
                <a:defRPr/>
              </a:pPr>
              <a:t>‹Nº›</a:t>
            </a:fld>
            <a:endParaRPr kumimoji="0" lang="en-US" sz="1722" b="0" i="0" u="none" strike="noStrike" kern="1200" cap="none" spc="0" normalizeH="0" baseline="0" noProof="0">
              <a:ln>
                <a:noFill/>
              </a:ln>
              <a:solidFill>
                <a:srgbClr val="404040"/>
              </a:solidFill>
              <a:effectLst/>
              <a:uLnTx/>
              <a:uFillTx/>
              <a:latin typeface="Calibri" panose="020F0502020204030204" pitchFamily="34" charset="0"/>
              <a:ea typeface="ＭＳ Ｐゴシック" panose="020B0600070205080204" pitchFamily="34" charset="-128"/>
              <a:cs typeface="Arial" pitchFamily="34" charset="0"/>
            </a:endParaRPr>
          </a:p>
        </p:txBody>
      </p:sp>
      <p:sp>
        <p:nvSpPr>
          <p:cNvPr id="9" name="Retângulo 18">
            <a:extLst>
              <a:ext uri="{FF2B5EF4-FFF2-40B4-BE49-F238E27FC236}">
                <a16:creationId xmlns:a16="http://schemas.microsoft.com/office/drawing/2014/main" id="{28DA736E-7D84-589A-08F3-F2D07B8C0553}"/>
              </a:ext>
            </a:extLst>
          </p:cNvPr>
          <p:cNvSpPr/>
          <p:nvPr userDrawn="1"/>
        </p:nvSpPr>
        <p:spPr>
          <a:xfrm>
            <a:off x="13930836" y="6369"/>
            <a:ext cx="3589559" cy="381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51615" tIns="51615" rIns="51615" bIns="51615">
            <a:spAutoFit/>
          </a:bodyPr>
          <a:lstStyle/>
          <a:p>
            <a:pPr marL="0" marR="0" lvl="0" indent="0" algn="ctr" defTabSz="1311106" rtl="0" eaLnBrk="1" fontAlgn="base" latinLnBrk="0" hangingPunct="1">
              <a:lnSpc>
                <a:spcPct val="110000"/>
              </a:lnSpc>
              <a:spcBef>
                <a:spcPts val="430"/>
              </a:spcBef>
              <a:spcAft>
                <a:spcPct val="0"/>
              </a:spcAft>
              <a:buClr>
                <a:srgbClr val="00446B"/>
              </a:buClr>
              <a:buSzTx/>
              <a:buFontTx/>
              <a:buNone/>
              <a:tabLst/>
              <a:defRPr/>
            </a:pPr>
            <a:r>
              <a:rPr kumimoji="0" lang="en-US"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Highly</a:t>
            </a:r>
            <a:r>
              <a:rPr kumimoji="0" lang="pt-BR"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 </a:t>
            </a:r>
            <a:r>
              <a:rPr kumimoji="0" lang="en-US"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confidential</a:t>
            </a:r>
            <a:r>
              <a:rPr kumimoji="0" lang="pt-BR" sz="1722" b="0" i="0" u="none" strike="noStrike" kern="1200" cap="none" spc="0" normalizeH="0" baseline="0" noProof="0">
                <a:ln>
                  <a:noFill/>
                </a:ln>
                <a:solidFill>
                  <a:schemeClr val="bg1">
                    <a:lumMod val="65000"/>
                  </a:schemeClr>
                </a:solidFill>
                <a:effectLst/>
                <a:uLnTx/>
                <a:uFillTx/>
                <a:latin typeface="Calibri" panose="020F0502020204030204" pitchFamily="34" charset="0"/>
                <a:ea typeface="ＭＳ Ｐゴシック" panose="020B0600070205080204" pitchFamily="34" charset="-128"/>
                <a:cs typeface="+mn-cs"/>
              </a:rPr>
              <a:t> and trade secret</a:t>
            </a:r>
          </a:p>
        </p:txBody>
      </p:sp>
    </p:spTree>
    <p:extLst>
      <p:ext uri="{BB962C8B-B14F-4D97-AF65-F5344CB8AC3E}">
        <p14:creationId xmlns:p14="http://schemas.microsoft.com/office/powerpoint/2010/main" val="851143244"/>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Lst>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xStyles>
    <p:titleStyle>
      <a:lvl1pPr algn="l" defTabSz="1311457" rtl="0" eaLnBrk="1" latinLnBrk="0" hangingPunct="1">
        <a:lnSpc>
          <a:spcPct val="90000"/>
        </a:lnSpc>
        <a:spcBef>
          <a:spcPct val="0"/>
        </a:spcBef>
        <a:buNone/>
        <a:defRPr sz="6310" kern="1200">
          <a:solidFill>
            <a:schemeClr val="tx1"/>
          </a:solidFill>
          <a:latin typeface="+mj-lt"/>
          <a:ea typeface="+mj-ea"/>
          <a:cs typeface="+mj-cs"/>
        </a:defRPr>
      </a:lvl1pPr>
    </p:titleStyle>
    <p:bodyStyle>
      <a:lvl1pPr marL="327865" indent="-327865" algn="l" defTabSz="1311457" rtl="0" eaLnBrk="1" latinLnBrk="0" hangingPunct="1">
        <a:lnSpc>
          <a:spcPct val="90000"/>
        </a:lnSpc>
        <a:spcBef>
          <a:spcPts val="1434"/>
        </a:spcBef>
        <a:buFont typeface="Arial" panose="020B0604020202020204" pitchFamily="34" charset="0"/>
        <a:buChar char="•"/>
        <a:defRPr sz="4016" kern="1200">
          <a:solidFill>
            <a:schemeClr val="tx1"/>
          </a:solidFill>
          <a:latin typeface="+mn-lt"/>
          <a:ea typeface="+mn-ea"/>
          <a:cs typeface="+mn-cs"/>
        </a:defRPr>
      </a:lvl1pPr>
      <a:lvl2pPr marL="983592" indent="-327865" algn="l" defTabSz="1311457" rtl="0" eaLnBrk="1" latinLnBrk="0" hangingPunct="1">
        <a:lnSpc>
          <a:spcPct val="90000"/>
        </a:lnSpc>
        <a:spcBef>
          <a:spcPts val="718"/>
        </a:spcBef>
        <a:buFont typeface="Arial" panose="020B0604020202020204" pitchFamily="34" charset="0"/>
        <a:buChar char="•"/>
        <a:defRPr sz="3442" kern="1200">
          <a:solidFill>
            <a:schemeClr val="tx1"/>
          </a:solidFill>
          <a:latin typeface="+mn-lt"/>
          <a:ea typeface="+mn-ea"/>
          <a:cs typeface="+mn-cs"/>
        </a:defRPr>
      </a:lvl2pPr>
      <a:lvl3pPr marL="1639321" indent="-327865" algn="l" defTabSz="1311457" rtl="0" eaLnBrk="1" latinLnBrk="0" hangingPunct="1">
        <a:lnSpc>
          <a:spcPct val="90000"/>
        </a:lnSpc>
        <a:spcBef>
          <a:spcPts val="718"/>
        </a:spcBef>
        <a:buFont typeface="Arial" panose="020B0604020202020204" pitchFamily="34" charset="0"/>
        <a:buChar char="•"/>
        <a:defRPr sz="2868" kern="1200">
          <a:solidFill>
            <a:schemeClr val="tx1"/>
          </a:solidFill>
          <a:latin typeface="+mn-lt"/>
          <a:ea typeface="+mn-ea"/>
          <a:cs typeface="+mn-cs"/>
        </a:defRPr>
      </a:lvl3pPr>
      <a:lvl4pPr marL="2295051"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4pPr>
      <a:lvl5pPr marL="2950778"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5pPr>
      <a:lvl6pPr marL="3606508"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6pPr>
      <a:lvl7pPr marL="4262234"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7pPr>
      <a:lvl8pPr marL="4917964"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8pPr>
      <a:lvl9pPr marL="5573692" indent="-327865" algn="l" defTabSz="1311457" rtl="0" eaLnBrk="1" latinLnBrk="0" hangingPunct="1">
        <a:lnSpc>
          <a:spcPct val="90000"/>
        </a:lnSpc>
        <a:spcBef>
          <a:spcPts val="718"/>
        </a:spcBef>
        <a:buFont typeface="Arial" panose="020B0604020202020204" pitchFamily="34" charset="0"/>
        <a:buChar char="•"/>
        <a:defRPr sz="2582" kern="1200">
          <a:solidFill>
            <a:schemeClr val="tx1"/>
          </a:solidFill>
          <a:latin typeface="+mn-lt"/>
          <a:ea typeface="+mn-ea"/>
          <a:cs typeface="+mn-cs"/>
        </a:defRPr>
      </a:lvl9pPr>
    </p:bodyStyle>
    <p:otherStyle>
      <a:defPPr>
        <a:defRPr lang="en-US"/>
      </a:defPPr>
      <a:lvl1pPr marL="0" algn="l" defTabSz="1311457" rtl="0" eaLnBrk="1" latinLnBrk="0" hangingPunct="1">
        <a:defRPr sz="2582" kern="1200">
          <a:solidFill>
            <a:schemeClr val="tx1"/>
          </a:solidFill>
          <a:latin typeface="+mn-lt"/>
          <a:ea typeface="+mn-ea"/>
          <a:cs typeface="+mn-cs"/>
        </a:defRPr>
      </a:lvl1pPr>
      <a:lvl2pPr marL="655728" algn="l" defTabSz="1311457" rtl="0" eaLnBrk="1" latinLnBrk="0" hangingPunct="1">
        <a:defRPr sz="2582" kern="1200">
          <a:solidFill>
            <a:schemeClr val="tx1"/>
          </a:solidFill>
          <a:latin typeface="+mn-lt"/>
          <a:ea typeface="+mn-ea"/>
          <a:cs typeface="+mn-cs"/>
        </a:defRPr>
      </a:lvl2pPr>
      <a:lvl3pPr marL="1311457" algn="l" defTabSz="1311457" rtl="0" eaLnBrk="1" latinLnBrk="0" hangingPunct="1">
        <a:defRPr sz="2582" kern="1200">
          <a:solidFill>
            <a:schemeClr val="tx1"/>
          </a:solidFill>
          <a:latin typeface="+mn-lt"/>
          <a:ea typeface="+mn-ea"/>
          <a:cs typeface="+mn-cs"/>
        </a:defRPr>
      </a:lvl3pPr>
      <a:lvl4pPr marL="1967185" algn="l" defTabSz="1311457" rtl="0" eaLnBrk="1" latinLnBrk="0" hangingPunct="1">
        <a:defRPr sz="2582" kern="1200">
          <a:solidFill>
            <a:schemeClr val="tx1"/>
          </a:solidFill>
          <a:latin typeface="+mn-lt"/>
          <a:ea typeface="+mn-ea"/>
          <a:cs typeface="+mn-cs"/>
        </a:defRPr>
      </a:lvl4pPr>
      <a:lvl5pPr marL="2622914" algn="l" defTabSz="1311457" rtl="0" eaLnBrk="1" latinLnBrk="0" hangingPunct="1">
        <a:defRPr sz="2582" kern="1200">
          <a:solidFill>
            <a:schemeClr val="tx1"/>
          </a:solidFill>
          <a:latin typeface="+mn-lt"/>
          <a:ea typeface="+mn-ea"/>
          <a:cs typeface="+mn-cs"/>
        </a:defRPr>
      </a:lvl5pPr>
      <a:lvl6pPr marL="3278641" algn="l" defTabSz="1311457" rtl="0" eaLnBrk="1" latinLnBrk="0" hangingPunct="1">
        <a:defRPr sz="2582" kern="1200">
          <a:solidFill>
            <a:schemeClr val="tx1"/>
          </a:solidFill>
          <a:latin typeface="+mn-lt"/>
          <a:ea typeface="+mn-ea"/>
          <a:cs typeface="+mn-cs"/>
        </a:defRPr>
      </a:lvl6pPr>
      <a:lvl7pPr marL="3934372" algn="l" defTabSz="1311457" rtl="0" eaLnBrk="1" latinLnBrk="0" hangingPunct="1">
        <a:defRPr sz="2582" kern="1200">
          <a:solidFill>
            <a:schemeClr val="tx1"/>
          </a:solidFill>
          <a:latin typeface="+mn-lt"/>
          <a:ea typeface="+mn-ea"/>
          <a:cs typeface="+mn-cs"/>
        </a:defRPr>
      </a:lvl7pPr>
      <a:lvl8pPr marL="4590098" algn="l" defTabSz="1311457" rtl="0" eaLnBrk="1" latinLnBrk="0" hangingPunct="1">
        <a:defRPr sz="2582" kern="1200">
          <a:solidFill>
            <a:schemeClr val="tx1"/>
          </a:solidFill>
          <a:latin typeface="+mn-lt"/>
          <a:ea typeface="+mn-ea"/>
          <a:cs typeface="+mn-cs"/>
        </a:defRPr>
      </a:lvl8pPr>
      <a:lvl9pPr marL="5245829" algn="l" defTabSz="1311457" rtl="0" eaLnBrk="1" latinLnBrk="0" hangingPunct="1">
        <a:defRPr sz="258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Layout" Target="../slideLayouts/slideLayout1.xml"/><Relationship Id="rId3" Type="http://schemas.openxmlformats.org/officeDocument/2006/relationships/oleObject" Target="../embeddings/oleObject31.bin"/><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Layout" Target="../slideLayouts/slideLayout3.xml"/><Relationship Id="rId3" Type="http://schemas.openxmlformats.org/officeDocument/2006/relationships/oleObject" Target="../embeddings/oleObject32.bin"/><Relationship Id="rId4" Type="http://schemas.openxmlformats.org/officeDocument/2006/relationships/image" Target="../media/image1.emf"/><Relationship Id="rId5" Type="http://schemas.openxmlformats.org/officeDocument/2006/relationships/image" Target="../media/image24.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Object 15" hidden="1">
            <a:extLst>
              <a:ext uri="{FF2B5EF4-FFF2-40B4-BE49-F238E27FC236}">
                <a16:creationId xmlns:a16="http://schemas.microsoft.com/office/drawing/2014/main" id="{97595C7C-5B14-C9FA-B0DC-C9D2B5C128AC}"/>
              </a:ext>
            </a:extLst>
          </p:cNvPr>
          <p:cNvGraphicFramePr>
            <a:graphicFrameLocks noChangeAspect="1"/>
          </p:cNvGraphicFramePr>
          <p:nvPr>
            <p:custDataLst>
              <p:tags r:id="rId1"/>
            </p:custDataLst>
            <p:extLst>
              <p:ext uri="{D42A27DB-BD31-4B8C-83A1-F6EECF244321}">
                <p14:modId xmlns:p14="http://schemas.microsoft.com/office/powerpoint/2010/main" val="3228743153"/>
              </p:ext>
            </p:extLst>
          </p:nvPr>
        </p:nvGraphicFramePr>
        <p:xfrm>
          <a:off x="2283" y="3672"/>
          <a:ext cx="2284" cy="2284"/>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16" name="Object 15" hidden="1">
                        <a:extLst>
                          <a:ext uri="{FF2B5EF4-FFF2-40B4-BE49-F238E27FC236}">
                            <a16:creationId xmlns:a16="http://schemas.microsoft.com/office/drawing/2014/main" id="{97595C7C-5B14-C9FA-B0DC-C9D2B5C128AC}"/>
                          </a:ext>
                        </a:extLst>
                      </p:cNvPr>
                      <p:cNvPicPr/>
                      <p:nvPr/>
                    </p:nvPicPr>
                    <p:blipFill>
                      <a:blip r:embed="rId4"/>
                      <a:stretch>
                        <a:fillRect/>
                      </a:stretch>
                    </p:blipFill>
                    <p:spPr>
                      <a:xfrm>
                        <a:off x="2283" y="3672"/>
                        <a:ext cx="2284" cy="2284"/>
                      </a:xfrm>
                      <a:prstGeom prst="rect">
                        <a:avLst/>
                      </a:prstGeom>
                    </p:spPr>
                  </p:pic>
                </p:oleObj>
              </mc:Fallback>
            </mc:AlternateContent>
          </a:graphicData>
        </a:graphic>
      </p:graphicFrame>
    </p:spTree>
    <p:extLst>
      <p:ext uri="{BB962C8B-B14F-4D97-AF65-F5344CB8AC3E}">
        <p14:creationId xmlns:p14="http://schemas.microsoft.com/office/powerpoint/2010/main" val="35154561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8FE05A-74B7-7F20-684E-DBA3B50776FA}"/>
              </a:ext>
            </a:extLst>
          </p:cNvPr>
          <p:cNvSpPr>
            <a:spLocks noGrp="1"/>
          </p:cNvSpPr>
          <p:nvPr>
            <p:ph type="title"/>
          </p:nvPr>
        </p:nvSpPr>
        <p:spPr>
          <a:xfrm>
            <a:off x="860722" y="2123363"/>
            <a:ext cx="8201998" cy="2062557"/>
          </a:xfrm>
        </p:spPr>
        <p:txBody>
          <a:bodyPr/>
          <a:lstStyle/>
          <a:p>
            <a:r>
              <a:rPr lang="es-ES" dirty="0" sz="4400"/>
              <a:t>Respuesta a las observaciones del Comité de Bioética en Investigación</a:t>
            </a:r>
            <a:endParaRPr lang="es-CO" dirty="0"/>
          </a:p>
        </p:txBody>
      </p:sp>
      <p:sp>
        <p:nvSpPr>
          <p:cNvPr id="4" name="Título 1">
            <a:extLst>
              <a:ext uri="{FF2B5EF4-FFF2-40B4-BE49-F238E27FC236}">
                <a16:creationId xmlns:a16="http://schemas.microsoft.com/office/drawing/2014/main" id="{FA4A0CD4-14DD-50EF-5D5B-F3E08813DE81}"/>
              </a:ext>
            </a:extLst>
          </p:cNvPr>
          <p:cNvSpPr txBox="1">
            <a:spLocks/>
          </p:cNvSpPr>
          <p:nvPr/>
        </p:nvSpPr>
        <p:spPr>
          <a:xfrm>
            <a:off x="1078436" y="5508820"/>
            <a:ext cx="8201998" cy="2062557"/>
          </a:xfrm>
          <a:prstGeom prst="rect">
            <a:avLst/>
          </a:prstGeom>
        </p:spPr>
        <p:txBody>
          <a:bodyPr vert="horz"/>
          <a:lstStyle>
            <a:lvl1pPr algn="l" defTabSz="1314907" rtl="0" eaLnBrk="1" latinLnBrk="0" hangingPunct="1">
              <a:lnSpc>
                <a:spcPct val="90000"/>
              </a:lnSpc>
              <a:spcBef>
                <a:spcPct val="0"/>
              </a:spcBef>
              <a:buNone/>
              <a:defRPr sz="6327" kern="1200">
                <a:solidFill>
                  <a:schemeClr val="bg1"/>
                </a:solidFill>
                <a:latin typeface="DM Sans" pitchFamily="2" charset="0"/>
                <a:ea typeface="+mj-ea"/>
                <a:cs typeface="+mj-cs"/>
              </a:defRPr>
            </a:lvl1pPr>
          </a:lstStyle>
          <a:p>
            <a:r>
              <a:rPr lang="es-ES" sz="2200"/>
              <a:t>Daily Daniela Torres Villazon · Nestor Fabian Sanabria Duarte</a:t>
            </a:r>
            <a:endParaRPr lang="es-ES" dirty="0"/>
          </a:p>
          <a:p>
            <a:r>
              <a:rPr sz="1800">
                <a:solidFill>
                  <a:srgbClr val="FFFFFF"/>
                </a:solidFill>
              </a:rPr>
              <a:t>Especialización en Medicina Interna – Universidad Libre, Seccional Barranquilla</a:t>
            </a:r>
            <a:endParaRPr lang="es-CO" dirty="0"/>
          </a:p>
          <a:p>
            <a:r>
              <a:rPr sz="1800">
                <a:solidFill>
                  <a:srgbClr val="FFFFFF"/>
                </a:solidFill>
              </a:rPr>
              <a:t>Clínica General del Norte · Sesión del 28 de octubre de 2026</a:t>
            </a:r>
          </a:p>
        </p:txBody>
      </p:sp>
      <p:sp>
        <p:nvSpPr>
          <p:cNvPr id="5" name="TextBox 4"/>
          <p:cNvSpPr txBox="1"/>
          <p:nvPr/>
        </p:nvSpPr>
        <p:spPr>
          <a:xfrm>
            <a:off x="859536" y="3977639"/>
            <a:ext cx="7863840" cy="91440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«Complicaciones mayores y mortalidad intrahospitalaria según el tipo de cirugía cardiaca en pacientes Testigos de Jehová: cohorte retrospectiva en Barranquilla, 2020–2025»</a:t>
            </a:r>
          </a:p>
        </p:txBody>
      </p:sp>
    </p:spTree>
    <p:extLst>
      <p:ext uri="{BB962C8B-B14F-4D97-AF65-F5344CB8AC3E}">
        <p14:creationId xmlns:p14="http://schemas.microsoft.com/office/powerpoint/2010/main" val="2518549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RUTA DE LA RESPUESTA</a:t>
            </a:r>
            <a:endParaRPr lang="en-US" dirty="0"/>
          </a:p>
        </p:txBody>
      </p:sp>
      <p:sp>
        <p:nvSpPr>
          <p:cNvPr id="12366" name="TextBox 12365"/>
          <p:cNvSpPr txBox="1"/>
          <p:nvPr/>
        </p:nvSpPr>
        <p:spPr>
          <a:xfrm>
            <a:off x="914400" y="1783080"/>
            <a:ext cx="5760720" cy="457200"/>
          </a:xfrm>
          <a:prstGeom prst="rect">
            <a:avLst/>
          </a:prstGeom>
          <a:noFill/>
        </p:spPr>
        <p:txBody>
          <a:bodyPr wrap="square" anchor="t" lIns="73152" rIns="73152" tIns="73152" bIns="73152">
            <a:spAutoFit/>
          </a:bodyPr>
          <a:lstStyle/>
          <a:p>
            <a:pPr algn="l">
              <a:spcAft>
                <a:spcPts val="600"/>
              </a:spcAft>
            </a:pPr>
            <a:r>
              <a:rPr sz="2600" b="1" i="0">
                <a:solidFill>
                  <a:srgbClr val="80006B"/>
                </a:solidFill>
              </a:rPr>
              <a:t>Tres criterios</a:t>
            </a:r>
          </a:p>
        </p:txBody>
      </p:sp>
      <p:sp>
        <p:nvSpPr>
          <p:cNvPr id="12367" name="Rounded Rectangle 12366"/>
          <p:cNvSpPr/>
          <p:nvPr/>
        </p:nvSpPr>
        <p:spPr>
          <a:xfrm>
            <a:off x="914400" y="237744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26060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9" name="TextBox 12368"/>
          <p:cNvSpPr txBox="1"/>
          <p:nvPr/>
        </p:nvSpPr>
        <p:spPr>
          <a:xfrm>
            <a:off x="1920240" y="256032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Se conserva la pregunta</a:t>
            </a:r>
          </a:p>
        </p:txBody>
      </p:sp>
      <p:sp>
        <p:nvSpPr>
          <p:cNvPr id="12370" name="TextBox 12369"/>
          <p:cNvSpPr txBox="1"/>
          <p:nvPr/>
        </p:nvSpPr>
        <p:spPr>
          <a:xfrm>
            <a:off x="1920240" y="309067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Título, objetivos y población se mantienen y se sustentan con argumentos y precedentes.</a:t>
            </a:r>
          </a:p>
        </p:txBody>
      </p:sp>
      <p:sp>
        <p:nvSpPr>
          <p:cNvPr id="12371" name="Rounded Rectangle 12370"/>
          <p:cNvSpPr/>
          <p:nvPr/>
        </p:nvSpPr>
        <p:spPr>
          <a:xfrm>
            <a:off x="914400" y="434340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1097280" y="457200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73" name="TextBox 12372"/>
          <p:cNvSpPr txBox="1"/>
          <p:nvPr/>
        </p:nvSpPr>
        <p:spPr>
          <a:xfrm>
            <a:off x="1920240" y="452628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Se fortalece la protección</a:t>
            </a:r>
          </a:p>
        </p:txBody>
      </p:sp>
      <p:sp>
        <p:nvSpPr>
          <p:cNvPr id="12374" name="TextBox 12373"/>
          <p:cNvSpPr txBox="1"/>
          <p:nvPr/>
        </p:nvSpPr>
        <p:spPr>
          <a:xfrm>
            <a:off x="1920240" y="505663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Se incorporan las precisiones y salvaguardas solicitadas, resaltadas en amarillo.</a:t>
            </a:r>
          </a:p>
        </p:txBody>
      </p:sp>
      <p:sp>
        <p:nvSpPr>
          <p:cNvPr id="12375" name="Rounded Rectangle 12374"/>
          <p:cNvSpPr/>
          <p:nvPr/>
        </p:nvSpPr>
        <p:spPr>
          <a:xfrm>
            <a:off x="914400" y="6309360"/>
            <a:ext cx="5760720" cy="17830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1097280" y="653796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7" name="TextBox 12376"/>
          <p:cNvSpPr txBox="1"/>
          <p:nvPr/>
        </p:nvSpPr>
        <p:spPr>
          <a:xfrm>
            <a:off x="1920240" y="6492240"/>
            <a:ext cx="4572000" cy="54864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Trazabilidad</a:t>
            </a:r>
          </a:p>
        </p:txBody>
      </p:sp>
      <p:sp>
        <p:nvSpPr>
          <p:cNvPr id="12378" name="TextBox 12377"/>
          <p:cNvSpPr txBox="1"/>
          <p:nvPr/>
        </p:nvSpPr>
        <p:spPr>
          <a:xfrm>
            <a:off x="1920240" y="7022592"/>
            <a:ext cx="4572000" cy="100584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Cada respuesta indica numeral y página de la versión 2.0.</a:t>
            </a:r>
          </a:p>
        </p:txBody>
      </p:sp>
      <p:sp>
        <p:nvSpPr>
          <p:cNvPr id="12379" name="TextBox 12378"/>
          <p:cNvSpPr txBox="1"/>
          <p:nvPr/>
        </p:nvSpPr>
        <p:spPr>
          <a:xfrm>
            <a:off x="7315200" y="1783080"/>
            <a:ext cx="7498079" cy="457200"/>
          </a:xfrm>
          <a:prstGeom prst="rect">
            <a:avLst/>
          </a:prstGeom>
          <a:noFill/>
        </p:spPr>
        <p:txBody>
          <a:bodyPr wrap="square" anchor="t" lIns="73152" rIns="73152" tIns="73152" bIns="73152">
            <a:spAutoFit/>
          </a:bodyPr>
          <a:lstStyle/>
          <a:p>
            <a:pPr algn="l">
              <a:spcAft>
                <a:spcPts val="600"/>
              </a:spcAft>
            </a:pPr>
            <a:r>
              <a:rPr sz="2600" b="1" i="0">
                <a:solidFill>
                  <a:srgbClr val="80006B"/>
                </a:solidFill>
              </a:rPr>
              <a:t>Siete observaciones</a:t>
            </a:r>
          </a:p>
        </p:txBody>
      </p:sp>
      <p:sp>
        <p:nvSpPr>
          <p:cNvPr id="12380" name="Oval 12379"/>
          <p:cNvSpPr/>
          <p:nvPr/>
        </p:nvSpPr>
        <p:spPr>
          <a:xfrm>
            <a:off x="7315200" y="2423160"/>
            <a:ext cx="603504" cy="603504"/>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1</a:t>
            </a:r>
          </a:p>
        </p:txBody>
      </p:sp>
      <p:sp>
        <p:nvSpPr>
          <p:cNvPr id="12381" name="TextBox 12380"/>
          <p:cNvSpPr txBox="1"/>
          <p:nvPr/>
        </p:nvSpPr>
        <p:spPr>
          <a:xfrm>
            <a:off x="8092440" y="2441448"/>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Justificación de la población</a:t>
            </a:r>
          </a:p>
        </p:txBody>
      </p:sp>
      <p:sp>
        <p:nvSpPr>
          <p:cNvPr id="12382" name="Rounded Rectangle 12381"/>
          <p:cNvSpPr/>
          <p:nvPr/>
        </p:nvSpPr>
        <p:spPr>
          <a:xfrm>
            <a:off x="12527280" y="2514600"/>
            <a:ext cx="2286000" cy="420624"/>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sustenta</a:t>
            </a:r>
          </a:p>
        </p:txBody>
      </p:sp>
      <p:sp>
        <p:nvSpPr>
          <p:cNvPr id="12383" name="Oval 12382"/>
          <p:cNvSpPr/>
          <p:nvPr/>
        </p:nvSpPr>
        <p:spPr>
          <a:xfrm>
            <a:off x="7315200" y="3264408"/>
            <a:ext cx="603504" cy="603504"/>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2</a:t>
            </a:r>
          </a:p>
        </p:txBody>
      </p:sp>
      <p:sp>
        <p:nvSpPr>
          <p:cNvPr id="12384" name="TextBox 12383"/>
          <p:cNvSpPr txBox="1"/>
          <p:nvPr/>
        </p:nvSpPr>
        <p:spPr>
          <a:xfrm>
            <a:off x="8092440" y="3282696"/>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Coherencia del protocolo</a:t>
            </a:r>
          </a:p>
        </p:txBody>
      </p:sp>
      <p:sp>
        <p:nvSpPr>
          <p:cNvPr id="12385" name="Rounded Rectangle 12384"/>
          <p:cNvSpPr/>
          <p:nvPr/>
        </p:nvSpPr>
        <p:spPr>
          <a:xfrm>
            <a:off x="12527280" y="3355848"/>
            <a:ext cx="2286000" cy="420624"/>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sustenta y precisa</a:t>
            </a:r>
          </a:p>
        </p:txBody>
      </p:sp>
      <p:sp>
        <p:nvSpPr>
          <p:cNvPr id="12386" name="Oval 12385"/>
          <p:cNvSpPr/>
          <p:nvPr/>
        </p:nvSpPr>
        <p:spPr>
          <a:xfrm>
            <a:off x="7315200" y="4105656"/>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3</a:t>
            </a:r>
          </a:p>
        </p:txBody>
      </p:sp>
      <p:sp>
        <p:nvSpPr>
          <p:cNvPr id="12387" name="TextBox 12386"/>
          <p:cNvSpPr txBox="1"/>
          <p:nvPr/>
        </p:nvSpPr>
        <p:spPr>
          <a:xfrm>
            <a:off x="8092440" y="4123944"/>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Contexto religioso y temporal</a:t>
            </a:r>
          </a:p>
        </p:txBody>
      </p:sp>
      <p:sp>
        <p:nvSpPr>
          <p:cNvPr id="12388" name="Rounded Rectangle 12387"/>
          <p:cNvSpPr/>
          <p:nvPr/>
        </p:nvSpPr>
        <p:spPr>
          <a:xfrm>
            <a:off x="12527280" y="4197096"/>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89" name="Oval 12388"/>
          <p:cNvSpPr/>
          <p:nvPr/>
        </p:nvSpPr>
        <p:spPr>
          <a:xfrm>
            <a:off x="7315200" y="4946904"/>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4</a:t>
            </a:r>
          </a:p>
        </p:txBody>
      </p:sp>
      <p:sp>
        <p:nvSpPr>
          <p:cNvPr id="12390" name="TextBox 12389"/>
          <p:cNvSpPr txBox="1"/>
          <p:nvPr/>
        </p:nvSpPr>
        <p:spPr>
          <a:xfrm>
            <a:off x="8092440" y="4965192"/>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Riesgo y consentimiento</a:t>
            </a:r>
          </a:p>
        </p:txBody>
      </p:sp>
      <p:sp>
        <p:nvSpPr>
          <p:cNvPr id="12391" name="Rounded Rectangle 12390"/>
          <p:cNvSpPr/>
          <p:nvPr/>
        </p:nvSpPr>
        <p:spPr>
          <a:xfrm>
            <a:off x="12527280" y="5038344"/>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 y sustenta</a:t>
            </a:r>
          </a:p>
        </p:txBody>
      </p:sp>
      <p:sp>
        <p:nvSpPr>
          <p:cNvPr id="12392" name="Oval 12391"/>
          <p:cNvSpPr/>
          <p:nvPr/>
        </p:nvSpPr>
        <p:spPr>
          <a:xfrm>
            <a:off x="7315200" y="5788152"/>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5</a:t>
            </a:r>
          </a:p>
        </p:txBody>
      </p:sp>
      <p:sp>
        <p:nvSpPr>
          <p:cNvPr id="12393" name="TextBox 12392"/>
          <p:cNvSpPr txBox="1"/>
          <p:nvPr/>
        </p:nvSpPr>
        <p:spPr>
          <a:xfrm>
            <a:off x="8092440" y="5806440"/>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Protección de datos sensibles</a:t>
            </a:r>
          </a:p>
        </p:txBody>
      </p:sp>
      <p:sp>
        <p:nvSpPr>
          <p:cNvPr id="12394" name="Rounded Rectangle 12393"/>
          <p:cNvSpPr/>
          <p:nvPr/>
        </p:nvSpPr>
        <p:spPr>
          <a:xfrm>
            <a:off x="12527280" y="5879592"/>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95" name="Oval 12394"/>
          <p:cNvSpPr/>
          <p:nvPr/>
        </p:nvSpPr>
        <p:spPr>
          <a:xfrm>
            <a:off x="7315200" y="6629400"/>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6</a:t>
            </a:r>
          </a:p>
        </p:txBody>
      </p:sp>
      <p:sp>
        <p:nvSpPr>
          <p:cNvPr id="12396" name="TextBox 12395"/>
          <p:cNvSpPr txBox="1"/>
          <p:nvPr/>
        </p:nvSpPr>
        <p:spPr>
          <a:xfrm>
            <a:off x="8092440" y="6647688"/>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Interpretación y publicación</a:t>
            </a:r>
          </a:p>
        </p:txBody>
      </p:sp>
      <p:sp>
        <p:nvSpPr>
          <p:cNvPr id="12397" name="Rounded Rectangle 12396"/>
          <p:cNvSpPr/>
          <p:nvPr/>
        </p:nvSpPr>
        <p:spPr>
          <a:xfrm>
            <a:off x="12527280" y="6720840"/>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
        <p:nvSpPr>
          <p:cNvPr id="12398" name="Oval 12397"/>
          <p:cNvSpPr/>
          <p:nvPr/>
        </p:nvSpPr>
        <p:spPr>
          <a:xfrm>
            <a:off x="7315200" y="7470648"/>
            <a:ext cx="603504" cy="603504"/>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7</a:t>
            </a:r>
          </a:p>
        </p:txBody>
      </p:sp>
      <p:sp>
        <p:nvSpPr>
          <p:cNvPr id="12399" name="TextBox 12398"/>
          <p:cNvSpPr txBox="1"/>
          <p:nvPr/>
        </p:nvSpPr>
        <p:spPr>
          <a:xfrm>
            <a:off x="8092440" y="7488936"/>
            <a:ext cx="4480560" cy="566928"/>
          </a:xfrm>
          <a:prstGeom prst="rect">
            <a:avLst/>
          </a:prstGeom>
          <a:noFill/>
        </p:spPr>
        <p:txBody>
          <a:bodyPr wrap="square" anchor="ctr" lIns="73152" rIns="73152" tIns="73152" bIns="73152">
            <a:spAutoFit/>
          </a:bodyPr>
          <a:lstStyle/>
          <a:p>
            <a:pPr algn="l">
              <a:spcAft>
                <a:spcPts val="600"/>
              </a:spcAft>
            </a:pPr>
            <a:r>
              <a:rPr sz="2200" b="0" i="0">
                <a:solidFill>
                  <a:srgbClr val="333333"/>
                </a:solidFill>
              </a:rPr>
              <a:t>Documentación transfusional</a:t>
            </a:r>
          </a:p>
        </p:txBody>
      </p:sp>
      <p:sp>
        <p:nvSpPr>
          <p:cNvPr id="12400" name="Rounded Rectangle 12399"/>
          <p:cNvSpPr/>
          <p:nvPr/>
        </p:nvSpPr>
        <p:spPr>
          <a:xfrm>
            <a:off x="12527280" y="7562088"/>
            <a:ext cx="2286000" cy="42062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600" b="1" i="0">
                <a:solidFill>
                  <a:srgbClr val="FFFFFF"/>
                </a:solidFill>
              </a:rPr>
              <a:t>Se acoge</a:t>
            </a:r>
          </a:p>
        </p:txBody>
      </p:sp>
    </p:spTree>
    <p:extLst>
      <p:ext uri="{BB962C8B-B14F-4D97-AF65-F5344CB8AC3E}">
        <p14:creationId xmlns:p14="http://schemas.microsoft.com/office/powerpoint/2010/main" val="3340276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1 · JUSTIFICACIÓN DE LA POBLACIÓN</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«Fundamentar la selección exclusiva de personas Testigos de Jehová y valorar si la pregunta puede responderse con una cohorte definida por rechazo transfusional documentado, independientemente de la afiliación religiosa».</a:t>
            </a:r>
          </a:p>
        </p:txBody>
      </p:sp>
      <p:sp>
        <p:nvSpPr>
          <p:cNvPr id="12367" name="TextBox 12366"/>
          <p:cNvSpPr txBox="1"/>
          <p:nvPr/>
        </p:nvSpPr>
        <p:spPr>
          <a:xfrm>
            <a:off x="914400" y="2880360"/>
            <a:ext cx="1389888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Respuesta: </a:t>
            </a:r>
            <a:r>
              <a:rPr sz="2000" b="0" i="0">
                <a:solidFill>
                  <a:srgbClr val="333333"/>
                </a:solidFill>
              </a:rPr>
              <a:t>se mantiene la población: una cohorte definida solo por el rechazo respondería otra pregunta.</a:t>
            </a:r>
          </a:p>
        </p:txBody>
      </p:sp>
      <p:sp>
        <p:nvSpPr>
          <p:cNvPr id="12368" name="Rounded Rectangle 12367"/>
          <p:cNvSpPr/>
          <p:nvPr/>
        </p:nvSpPr>
        <p:spPr>
          <a:xfrm>
            <a:off x="914400"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Oval 12368"/>
          <p:cNvSpPr/>
          <p:nvPr/>
        </p:nvSpPr>
        <p:spPr>
          <a:xfrm>
            <a:off x="1097280"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1</a:t>
            </a:r>
          </a:p>
        </p:txBody>
      </p:sp>
      <p:sp>
        <p:nvSpPr>
          <p:cNvPr id="12370" name="TextBox 12369"/>
          <p:cNvSpPr txBox="1"/>
          <p:nvPr/>
        </p:nvSpPr>
        <p:spPr>
          <a:xfrm>
            <a:off x="182880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Comparabilidad</a:t>
            </a:r>
          </a:p>
        </p:txBody>
      </p:sp>
      <p:sp>
        <p:nvSpPr>
          <p:cNvPr id="12371" name="TextBox 12370"/>
          <p:cNvSpPr txBox="1"/>
          <p:nvPr/>
        </p:nvSpPr>
        <p:spPr>
          <a:xfrm>
            <a:off x="1097280"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Metaanálisis, cohortes emparejadas y series definen su población como Testigos de Jehová; «Testigos de Jehová» es descriptor DeCS/MeSH.</a:t>
            </a:r>
          </a:p>
        </p:txBody>
      </p:sp>
      <p:sp>
        <p:nvSpPr>
          <p:cNvPr id="12372" name="Rounded Rectangle 12371"/>
          <p:cNvSpPr/>
          <p:nvPr/>
        </p:nvSpPr>
        <p:spPr>
          <a:xfrm>
            <a:off x="4434840"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3" name="Oval 12372"/>
          <p:cNvSpPr/>
          <p:nvPr/>
        </p:nvSpPr>
        <p:spPr>
          <a:xfrm>
            <a:off x="4617720"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2</a:t>
            </a:r>
          </a:p>
        </p:txBody>
      </p:sp>
      <p:sp>
        <p:nvSpPr>
          <p:cNvPr id="12374" name="TextBox 12373"/>
          <p:cNvSpPr txBox="1"/>
          <p:nvPr/>
        </p:nvSpPr>
        <p:spPr>
          <a:xfrm>
            <a:off x="534924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Homogeneidad clínica</a:t>
            </a:r>
          </a:p>
        </p:txBody>
      </p:sp>
      <p:sp>
        <p:nvSpPr>
          <p:cNvPr id="12375" name="TextBox 12374"/>
          <p:cNvSpPr txBox="1"/>
          <p:nvPr/>
        </p:nvSpPr>
        <p:spPr>
          <a:xfrm>
            <a:off x="4617720"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En 2020–2025 la negativa era anticipada, estable y documentada; fuera de este grupo es infrecuente, parcial o circunstancial.</a:t>
            </a:r>
          </a:p>
        </p:txBody>
      </p:sp>
      <p:sp>
        <p:nvSpPr>
          <p:cNvPr id="12376" name="Rounded Rectangle 12375"/>
          <p:cNvSpPr/>
          <p:nvPr/>
        </p:nvSpPr>
        <p:spPr>
          <a:xfrm>
            <a:off x="7955279"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7" name="Oval 12376"/>
          <p:cNvSpPr/>
          <p:nvPr/>
        </p:nvSpPr>
        <p:spPr>
          <a:xfrm>
            <a:off x="8138159"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3</a:t>
            </a:r>
          </a:p>
        </p:txBody>
      </p:sp>
      <p:sp>
        <p:nvSpPr>
          <p:cNvPr id="12378" name="TextBox 12377"/>
          <p:cNvSpPr txBox="1"/>
          <p:nvPr/>
        </p:nvSpPr>
        <p:spPr>
          <a:xfrm>
            <a:off x="886968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Precedente metodológico</a:t>
            </a:r>
          </a:p>
        </p:txBody>
      </p:sp>
      <p:sp>
        <p:nvSpPr>
          <p:cNvPr id="12379" name="TextBox 12378"/>
          <p:cNvSpPr txBox="1"/>
          <p:nvPr/>
        </p:nvSpPr>
        <p:spPr>
          <a:xfrm>
            <a:off x="8138159"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Pattakos et al. (Cleveland Clinic) estudiaron el rechazo de transfusión en 322 Testigos de Jehová como «experimento natural».</a:t>
            </a:r>
          </a:p>
        </p:txBody>
      </p:sp>
      <p:sp>
        <p:nvSpPr>
          <p:cNvPr id="12380" name="Rounded Rectangle 12379"/>
          <p:cNvSpPr/>
          <p:nvPr/>
        </p:nvSpPr>
        <p:spPr>
          <a:xfrm>
            <a:off x="11475720" y="3611880"/>
            <a:ext cx="3337560" cy="434340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1" name="Oval 12380"/>
          <p:cNvSpPr/>
          <p:nvPr/>
        </p:nvSpPr>
        <p:spPr>
          <a:xfrm>
            <a:off x="11658600" y="3794760"/>
            <a:ext cx="566928" cy="566928"/>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200" b="1" i="0">
                <a:solidFill>
                  <a:srgbClr val="FFFFFF"/>
                </a:solidFill>
              </a:rPr>
              <a:t>4</a:t>
            </a:r>
          </a:p>
        </p:txBody>
      </p:sp>
      <p:sp>
        <p:nvSpPr>
          <p:cNvPr id="12382" name="TextBox 12381"/>
          <p:cNvSpPr txBox="1"/>
          <p:nvPr/>
        </p:nvSpPr>
        <p:spPr>
          <a:xfrm>
            <a:off x="12390120" y="3721608"/>
            <a:ext cx="233172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Justicia y valor social</a:t>
            </a:r>
          </a:p>
        </p:txBody>
      </p:sp>
      <p:sp>
        <p:nvSpPr>
          <p:cNvPr id="12383" name="TextBox 12382"/>
          <p:cNvSpPr txBox="1"/>
          <p:nvPr/>
        </p:nvSpPr>
        <p:spPr>
          <a:xfrm>
            <a:off x="11658600" y="4617720"/>
            <a:ext cx="2971800" cy="324612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La Corte Constitucional ordenó un reemplazo valvular aórtico sin transfusión (T-476 de 2016): la prestación es exigible.</a:t>
            </a:r>
          </a:p>
        </p:txBody>
      </p:sp>
      <p:sp>
        <p:nvSpPr>
          <p:cNvPr id="12384" name="TextBox 1238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1.2, pp. 11–12 · numeral 2.3, pp. 24–25 · numeral 3.2.2, p. 28</a:t>
            </a:r>
          </a:p>
        </p:txBody>
      </p:sp>
    </p:spTree>
    <p:extLst>
      <p:ext uri="{BB962C8B-B14F-4D97-AF65-F5344CB8AC3E}">
        <p14:creationId xmlns:p14="http://schemas.microsoft.com/office/powerpoint/2010/main" val="33402767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1 · PRECEDENTES CON AVAL ÉTICO</a:t>
            </a:r>
            <a:endParaRPr lang="en-US" dirty="0"/>
          </a:p>
        </p:txBody>
      </p:sp>
      <p:sp>
        <p:nvSpPr>
          <p:cNvPr id="12366" name="Rounded Rectangle 12365"/>
          <p:cNvSpPr/>
          <p:nvPr/>
        </p:nvSpPr>
        <p:spPr>
          <a:xfrm>
            <a:off x="914400" y="1783080"/>
            <a:ext cx="3840480" cy="640080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7" name="TextBox 12366"/>
          <p:cNvSpPr txBox="1"/>
          <p:nvPr/>
        </p:nvSpPr>
        <p:spPr>
          <a:xfrm>
            <a:off x="1188720" y="2240280"/>
            <a:ext cx="3291840" cy="1463040"/>
          </a:xfrm>
          <a:prstGeom prst="rect">
            <a:avLst/>
          </a:prstGeom>
          <a:noFill/>
        </p:spPr>
        <p:txBody>
          <a:bodyPr wrap="square" anchor="t" lIns="73152" rIns="73152" tIns="73152" bIns="73152">
            <a:spAutoFit/>
          </a:bodyPr>
          <a:lstStyle/>
          <a:p>
            <a:pPr algn="l">
              <a:spcAft>
                <a:spcPts val="600"/>
              </a:spcAft>
            </a:pPr>
            <a:r>
              <a:rPr sz="11500" b="1" i="0">
                <a:solidFill>
                  <a:srgbClr val="FFFFFF"/>
                </a:solidFill>
              </a:rPr>
              <a:t>11</a:t>
            </a:r>
          </a:p>
        </p:txBody>
      </p:sp>
      <p:sp>
        <p:nvSpPr>
          <p:cNvPr id="12368" name="TextBox 12367"/>
          <p:cNvSpPr txBox="1"/>
          <p:nvPr/>
        </p:nvSpPr>
        <p:spPr>
          <a:xfrm>
            <a:off x="1188720" y="3886200"/>
            <a:ext cx="3291840" cy="2377440"/>
          </a:xfrm>
          <a:prstGeom prst="rect">
            <a:avLst/>
          </a:prstGeom>
          <a:noFill/>
        </p:spPr>
        <p:txBody>
          <a:bodyPr wrap="square" anchor="t" lIns="73152" rIns="73152" tIns="73152" bIns="73152">
            <a:spAutoFit/>
          </a:bodyPr>
          <a:lstStyle/>
          <a:p>
            <a:pPr algn="l">
              <a:spcAft>
                <a:spcPts val="600"/>
              </a:spcAft>
            </a:pPr>
            <a:r>
              <a:rPr sz="2400" b="0" i="0">
                <a:solidFill>
                  <a:srgbClr val="FFFFFF"/>
                </a:solidFill>
              </a:rPr>
              <a:t>estudios con la misma definición poblacional y diseño retrospectivo sobre historias clínicas</a:t>
            </a:r>
          </a:p>
        </p:txBody>
      </p:sp>
      <p:sp>
        <p:nvSpPr>
          <p:cNvPr id="12369" name="TextBox 12368"/>
          <p:cNvSpPr txBox="1"/>
          <p:nvPr/>
        </p:nvSpPr>
        <p:spPr>
          <a:xfrm>
            <a:off x="1188720" y="6355080"/>
            <a:ext cx="3291840" cy="1645920"/>
          </a:xfrm>
          <a:prstGeom prst="rect">
            <a:avLst/>
          </a:prstGeom>
          <a:noFill/>
        </p:spPr>
        <p:txBody>
          <a:bodyPr wrap="square" anchor="t" lIns="73152" rIns="73152" tIns="73152" bIns="73152">
            <a:spAutoFit/>
          </a:bodyPr>
          <a:lstStyle/>
          <a:p>
            <a:pPr algn="l">
              <a:spcAft>
                <a:spcPts val="600"/>
              </a:spcAft>
            </a:pPr>
            <a:r>
              <a:rPr sz="1800" b="0" i="0">
                <a:solidFill>
                  <a:srgbClr val="FFFFFF"/>
                </a:solidFill>
              </a:rPr>
              <a:t>Publicados en revistas que exigen declarar la aprobación ética (ICMJE)</a:t>
            </a:r>
          </a:p>
        </p:txBody>
      </p:sp>
      <p:sp>
        <p:nvSpPr>
          <p:cNvPr id="12370" name="Rounded Rectangle 12369"/>
          <p:cNvSpPr/>
          <p:nvPr/>
        </p:nvSpPr>
        <p:spPr>
          <a:xfrm>
            <a:off x="4983480" y="1783080"/>
            <a:ext cx="9829800" cy="1463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1" name="TextBox 12370"/>
          <p:cNvSpPr txBox="1"/>
          <p:nvPr/>
        </p:nvSpPr>
        <p:spPr>
          <a:xfrm>
            <a:off x="5166360" y="1892807"/>
            <a:ext cx="9509760" cy="457200"/>
          </a:xfrm>
          <a:prstGeom prst="rect">
            <a:avLst/>
          </a:prstGeom>
          <a:noFill/>
        </p:spPr>
        <p:txBody>
          <a:bodyPr wrap="square" anchor="t" lIns="73152" rIns="73152" tIns="73152" bIns="73152">
            <a:spAutoFit/>
          </a:bodyPr>
          <a:lstStyle/>
          <a:p>
            <a:pPr algn="l">
              <a:spcAft>
                <a:spcPts val="600"/>
              </a:spcAft>
            </a:pPr>
            <a:r>
              <a:rPr sz="2200" b="1" i="0">
                <a:solidFill>
                  <a:srgbClr val="FF5F3F"/>
                </a:solidFill>
              </a:rPr>
              <a:t>Nakano et al., 2026 · InCor, Brasil</a:t>
            </a:r>
          </a:p>
        </p:txBody>
      </p:sp>
      <p:sp>
        <p:nvSpPr>
          <p:cNvPr id="12372" name="TextBox 12371"/>
          <p:cNvSpPr txBox="1"/>
          <p:nvPr/>
        </p:nvSpPr>
        <p:spPr>
          <a:xfrm>
            <a:off x="5166360" y="2331720"/>
            <a:ext cx="9509760" cy="9144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Revascularización coronaria; 26 TJ y 78 controles. Comité de ética n.º 7.441.177: dispensa del consentimiento por uso de datos anonimizados sin contacto con pacientes.</a:t>
            </a:r>
          </a:p>
        </p:txBody>
      </p:sp>
      <p:sp>
        <p:nvSpPr>
          <p:cNvPr id="12373" name="Rounded Rectangle 12372"/>
          <p:cNvSpPr/>
          <p:nvPr/>
        </p:nvSpPr>
        <p:spPr>
          <a:xfrm>
            <a:off x="4983480" y="3383280"/>
            <a:ext cx="9829800" cy="1463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4" name="TextBox 12373"/>
          <p:cNvSpPr txBox="1"/>
          <p:nvPr/>
        </p:nvSpPr>
        <p:spPr>
          <a:xfrm>
            <a:off x="5166360" y="3493008"/>
            <a:ext cx="9509760" cy="457200"/>
          </a:xfrm>
          <a:prstGeom prst="rect">
            <a:avLst/>
          </a:prstGeom>
          <a:noFill/>
        </p:spPr>
        <p:txBody>
          <a:bodyPr wrap="square" anchor="t" lIns="73152" rIns="73152" tIns="73152" bIns="73152">
            <a:spAutoFit/>
          </a:bodyPr>
          <a:lstStyle/>
          <a:p>
            <a:pPr algn="l">
              <a:spcAft>
                <a:spcPts val="600"/>
              </a:spcAft>
            </a:pPr>
            <a:r>
              <a:rPr sz="2200" b="1" i="0">
                <a:solidFill>
                  <a:srgbClr val="FF5F3F"/>
                </a:solidFill>
              </a:rPr>
              <a:t>Hartrumpf et al., 2023 · Alemania</a:t>
            </a:r>
          </a:p>
        </p:txBody>
      </p:sp>
      <p:sp>
        <p:nvSpPr>
          <p:cNvPr id="12375" name="TextBox 12374"/>
          <p:cNvSpPr txBox="1"/>
          <p:nvPr/>
        </p:nvSpPr>
        <p:spPr>
          <a:xfrm>
            <a:off x="5166360" y="3931920"/>
            <a:ext cx="9509760" cy="91440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TJ consecutivos en cirugía cardiaca mayor, 2003–2022. Comité de ética institucional n.º E-01-20230411: consentimiento escrito no requerido por anonimización completa.</a:t>
            </a:r>
          </a:p>
        </p:txBody>
      </p:sp>
      <p:graphicFrame>
        <p:nvGraphicFramePr>
          <p:cNvPr id="12376" name="Table 12375"/>
          <p:cNvGraphicFramePr>
            <a:graphicFrameLocks noGrp="1"/>
          </p:cNvGraphicFramePr>
          <p:nvPr/>
        </p:nvGraphicFramePr>
        <p:xfrm>
          <a:off x="4983480" y="5074920"/>
          <a:ext cx="9829800" cy="3072384"/>
        </p:xfrm>
        <a:graphic>
          <a:graphicData uri="http://schemas.openxmlformats.org/drawingml/2006/table">
            <a:tbl>
              <a:tblPr firstRow="1" bandRow="1">
                <a:tableStyleId>{5C22544A-7EE6-4342-B048-85BDC9FD1C3A}</a:tableStyleId>
              </a:tblPr>
              <a:tblGrid>
                <a:gridCol w="3200400"/>
                <a:gridCol w="3566160"/>
                <a:gridCol w="3063240"/>
              </a:tblGrid>
              <a:tr h="384048">
                <a:tc>
                  <a:txBody>
                    <a:bodyPr wrap="square"/>
                    <a:lstStyle/>
                    <a:p>
                      <a:r>
                        <a:rPr sz="1600" b="1">
                          <a:solidFill>
                            <a:srgbClr val="FFFFFF"/>
                          </a:solidFill>
                        </a:rPr>
                        <a:t>Estudio</a:t>
                      </a:r>
                    </a:p>
                  </a:txBody>
                  <a:tcPr marL="91440" marR="91440" marT="45720" marB="45720">
                    <a:solidFill>
                      <a:srgbClr val="80006B"/>
                    </a:solidFill>
                  </a:tcPr>
                </a:tc>
                <a:tc>
                  <a:txBody>
                    <a:bodyPr wrap="square"/>
                    <a:lstStyle/>
                    <a:p>
                      <a:r>
                        <a:rPr sz="1600" b="1">
                          <a:solidFill>
                            <a:srgbClr val="FFFFFF"/>
                          </a:solidFill>
                        </a:rPr>
                        <a:t>País / centro</a:t>
                      </a:r>
                    </a:p>
                  </a:txBody>
                  <a:tcPr marL="91440" marR="91440" marT="45720" marB="45720">
                    <a:solidFill>
                      <a:srgbClr val="80006B"/>
                    </a:solidFill>
                  </a:tcPr>
                </a:tc>
                <a:tc>
                  <a:txBody>
                    <a:bodyPr wrap="square"/>
                    <a:lstStyle/>
                    <a:p>
                      <a:r>
                        <a:rPr sz="1600" b="1">
                          <a:solidFill>
                            <a:srgbClr val="FFFFFF"/>
                          </a:solidFill>
                        </a:rPr>
                        <a:t>Población</a:t>
                      </a:r>
                    </a:p>
                  </a:txBody>
                  <a:tcPr marL="91440" marR="91440" marT="45720" marB="45720">
                    <a:solidFill>
                      <a:srgbClr val="80006B"/>
                    </a:solidFill>
                  </a:tcPr>
                </a:tc>
              </a:tr>
              <a:tr h="384048">
                <a:tc>
                  <a:txBody>
                    <a:bodyPr wrap="square"/>
                    <a:lstStyle/>
                    <a:p>
                      <a:r>
                        <a:rPr sz="1600" b="0">
                          <a:solidFill>
                            <a:srgbClr val="333333"/>
                          </a:solidFill>
                        </a:rPr>
                        <a:t>Pattakos 2012</a:t>
                      </a:r>
                    </a:p>
                  </a:txBody>
                  <a:tcPr marL="91440" marR="91440" marT="45720" marB="45720">
                    <a:solidFill>
                      <a:srgbClr val="FFFFFF"/>
                    </a:solidFill>
                  </a:tcPr>
                </a:tc>
                <a:tc>
                  <a:txBody>
                    <a:bodyPr wrap="square"/>
                    <a:lstStyle/>
                    <a:p>
                      <a:r>
                        <a:rPr sz="1600" b="0">
                          <a:solidFill>
                            <a:srgbClr val="333333"/>
                          </a:solidFill>
                        </a:rPr>
                        <a:t>EE. UU. · Cleveland Clinic</a:t>
                      </a:r>
                    </a:p>
                  </a:txBody>
                  <a:tcPr marL="91440" marR="91440" marT="45720" marB="45720">
                    <a:solidFill>
                      <a:srgbClr val="FFFFFF"/>
                    </a:solidFill>
                  </a:tcPr>
                </a:tc>
                <a:tc>
                  <a:txBody>
                    <a:bodyPr wrap="square"/>
                    <a:lstStyle/>
                    <a:p>
                      <a:r>
                        <a:rPr sz="1600" b="0">
                          <a:solidFill>
                            <a:srgbClr val="333333"/>
                          </a:solidFill>
                        </a:rPr>
                        <a:t>322 TJ, 1983–2011</a:t>
                      </a:r>
                    </a:p>
                  </a:txBody>
                  <a:tcPr marL="91440" marR="91440" marT="45720" marB="45720">
                    <a:solidFill>
                      <a:srgbClr val="FFFFFF"/>
                    </a:solidFill>
                  </a:tcPr>
                </a:tc>
              </a:tr>
              <a:tr h="384048">
                <a:tc>
                  <a:txBody>
                    <a:bodyPr wrap="square"/>
                    <a:lstStyle/>
                    <a:p>
                      <a:r>
                        <a:rPr sz="1600" b="0">
                          <a:solidFill>
                            <a:srgbClr val="333333"/>
                          </a:solidFill>
                        </a:rPr>
                        <a:t>Langstraat 2023</a:t>
                      </a:r>
                    </a:p>
                  </a:txBody>
                  <a:tcPr marL="91440" marR="91440" marT="45720" marB="45720">
                    <a:solidFill>
                      <a:srgbClr val="F6EAF4"/>
                    </a:solidFill>
                  </a:tcPr>
                </a:tc>
                <a:tc>
                  <a:txBody>
                    <a:bodyPr wrap="square"/>
                    <a:lstStyle/>
                    <a:p>
                      <a:r>
                        <a:rPr sz="1600" b="0">
                          <a:solidFill>
                            <a:srgbClr val="333333"/>
                          </a:solidFill>
                        </a:rPr>
                        <a:t>Países Bajos · Amphia (Breda)</a:t>
                      </a:r>
                    </a:p>
                  </a:txBody>
                  <a:tcPr marL="91440" marR="91440" marT="45720" marB="45720">
                    <a:solidFill>
                      <a:srgbClr val="F6EAF4"/>
                    </a:solidFill>
                  </a:tcPr>
                </a:tc>
                <a:tc>
                  <a:txBody>
                    <a:bodyPr wrap="square"/>
                    <a:lstStyle/>
                    <a:p>
                      <a:r>
                        <a:rPr sz="1600" b="0">
                          <a:solidFill>
                            <a:srgbClr val="333333"/>
                          </a:solidFill>
                        </a:rPr>
                        <a:t>329 procedimientos, 2001–2022</a:t>
                      </a:r>
                    </a:p>
                  </a:txBody>
                  <a:tcPr marL="91440" marR="91440" marT="45720" marB="45720">
                    <a:solidFill>
                      <a:srgbClr val="F6EAF4"/>
                    </a:solidFill>
                  </a:tcPr>
                </a:tc>
              </a:tr>
              <a:tr h="384048">
                <a:tc>
                  <a:txBody>
                    <a:bodyPr wrap="square"/>
                    <a:lstStyle/>
                    <a:p>
                      <a:r>
                        <a:rPr sz="1600" b="0">
                          <a:solidFill>
                            <a:srgbClr val="333333"/>
                          </a:solidFill>
                        </a:rPr>
                        <a:t>Helwani 2023</a:t>
                      </a:r>
                    </a:p>
                  </a:txBody>
                  <a:tcPr marL="91440" marR="91440" marT="45720" marB="45720">
                    <a:solidFill>
                      <a:srgbClr val="FFFFFF"/>
                    </a:solidFill>
                  </a:tcPr>
                </a:tc>
                <a:tc>
                  <a:txBody>
                    <a:bodyPr wrap="square"/>
                    <a:lstStyle/>
                    <a:p>
                      <a:r>
                        <a:rPr sz="1600" b="0">
                          <a:solidFill>
                            <a:srgbClr val="333333"/>
                          </a:solidFill>
                        </a:rPr>
                        <a:t>EE. UU. · Washington University</a:t>
                      </a:r>
                    </a:p>
                  </a:txBody>
                  <a:tcPr marL="91440" marR="91440" marT="45720" marB="45720">
                    <a:solidFill>
                      <a:srgbClr val="FFFFFF"/>
                    </a:solidFill>
                  </a:tcPr>
                </a:tc>
                <a:tc>
                  <a:txBody>
                    <a:bodyPr wrap="square"/>
                    <a:lstStyle/>
                    <a:p>
                      <a:r>
                        <a:rPr sz="1600" b="0">
                          <a:solidFill>
                            <a:srgbClr val="333333"/>
                          </a:solidFill>
                        </a:rPr>
                        <a:t>48 TJ en cirugía cardiaca</a:t>
                      </a:r>
                    </a:p>
                  </a:txBody>
                  <a:tcPr marL="91440" marR="91440" marT="45720" marB="45720">
                    <a:solidFill>
                      <a:srgbClr val="FFFFFF"/>
                    </a:solidFill>
                  </a:tcPr>
                </a:tc>
              </a:tr>
              <a:tr h="384048">
                <a:tc>
                  <a:txBody>
                    <a:bodyPr wrap="square"/>
                    <a:lstStyle/>
                    <a:p>
                      <a:r>
                        <a:rPr sz="1600" b="0">
                          <a:solidFill>
                            <a:srgbClr val="333333"/>
                          </a:solidFill>
                        </a:rPr>
                        <a:t>Valle 2017</a:t>
                      </a:r>
                    </a:p>
                  </a:txBody>
                  <a:tcPr marL="91440" marR="91440" marT="45720" marB="45720">
                    <a:solidFill>
                      <a:srgbClr val="F6EAF4"/>
                    </a:solidFill>
                  </a:tcPr>
                </a:tc>
                <a:tc>
                  <a:txBody>
                    <a:bodyPr wrap="square"/>
                    <a:lstStyle/>
                    <a:p>
                      <a:r>
                        <a:rPr sz="1600" b="0">
                          <a:solidFill>
                            <a:srgbClr val="333333"/>
                          </a:solidFill>
                        </a:rPr>
                        <a:t>Brasil · Porto Alegre</a:t>
                      </a:r>
                    </a:p>
                  </a:txBody>
                  <a:tcPr marL="91440" marR="91440" marT="45720" marB="45720">
                    <a:solidFill>
                      <a:srgbClr val="F6EAF4"/>
                    </a:solidFill>
                  </a:tcPr>
                </a:tc>
                <a:tc>
                  <a:txBody>
                    <a:bodyPr wrap="square"/>
                    <a:lstStyle/>
                    <a:p>
                      <a:r>
                        <a:rPr sz="1600" b="0">
                          <a:solidFill>
                            <a:srgbClr val="333333"/>
                          </a:solidFill>
                        </a:rPr>
                        <a:t>16 TJ y 48 controles</a:t>
                      </a:r>
                    </a:p>
                  </a:txBody>
                  <a:tcPr marL="91440" marR="91440" marT="45720" marB="45720">
                    <a:solidFill>
                      <a:srgbClr val="F6EAF4"/>
                    </a:solidFill>
                  </a:tcPr>
                </a:tc>
              </a:tr>
              <a:tr h="384048">
                <a:tc>
                  <a:txBody>
                    <a:bodyPr wrap="square"/>
                    <a:lstStyle/>
                    <a:p>
                      <a:r>
                        <a:rPr sz="1600" b="0">
                          <a:solidFill>
                            <a:srgbClr val="333333"/>
                          </a:solidFill>
                        </a:rPr>
                        <a:t>Tanaka 2015 · Marinakis 2016</a:t>
                      </a:r>
                    </a:p>
                  </a:txBody>
                  <a:tcPr marL="91440" marR="91440" marT="45720" marB="45720">
                    <a:solidFill>
                      <a:srgbClr val="FFFFFF"/>
                    </a:solidFill>
                  </a:tcPr>
                </a:tc>
                <a:tc>
                  <a:txBody>
                    <a:bodyPr wrap="square"/>
                    <a:lstStyle/>
                    <a:p>
                      <a:r>
                        <a:rPr sz="1600" b="0">
                          <a:solidFill>
                            <a:srgbClr val="333333"/>
                          </a:solidFill>
                        </a:rPr>
                        <a:t>EE. UU. · Bélgica</a:t>
                      </a:r>
                    </a:p>
                  </a:txBody>
                  <a:tcPr marL="91440" marR="91440" marT="45720" marB="45720">
                    <a:solidFill>
                      <a:srgbClr val="FFFFFF"/>
                    </a:solidFill>
                  </a:tcPr>
                </a:tc>
                <a:tc>
                  <a:txBody>
                    <a:bodyPr wrap="square"/>
                    <a:lstStyle/>
                    <a:p>
                      <a:r>
                        <a:rPr sz="1600" b="0">
                          <a:solidFill>
                            <a:srgbClr val="333333"/>
                          </a:solidFill>
                        </a:rPr>
                        <a:t>144 TJ · 31 TJ</a:t>
                      </a:r>
                    </a:p>
                  </a:txBody>
                  <a:tcPr marL="91440" marR="91440" marT="45720" marB="45720">
                    <a:solidFill>
                      <a:srgbClr val="FFFFFF"/>
                    </a:solidFill>
                  </a:tcPr>
                </a:tc>
              </a:tr>
              <a:tr h="384048">
                <a:tc>
                  <a:txBody>
                    <a:bodyPr wrap="square"/>
                    <a:lstStyle/>
                    <a:p>
                      <a:r>
                        <a:rPr sz="1600" b="0">
                          <a:solidFill>
                            <a:srgbClr val="333333"/>
                          </a:solidFill>
                        </a:rPr>
                        <a:t>Vaislic 2012 · Yamabe 2025</a:t>
                      </a:r>
                    </a:p>
                  </a:txBody>
                  <a:tcPr marL="91440" marR="91440" marT="45720" marB="45720">
                    <a:solidFill>
                      <a:srgbClr val="F6EAF4"/>
                    </a:solidFill>
                  </a:tcPr>
                </a:tc>
                <a:tc>
                  <a:txBody>
                    <a:bodyPr wrap="square"/>
                    <a:lstStyle/>
                    <a:p>
                      <a:r>
                        <a:rPr sz="1600" b="0">
                          <a:solidFill>
                            <a:srgbClr val="333333"/>
                          </a:solidFill>
                        </a:rPr>
                        <a:t>Francia · Japón</a:t>
                      </a:r>
                    </a:p>
                  </a:txBody>
                  <a:tcPr marL="91440" marR="91440" marT="45720" marB="45720">
                    <a:solidFill>
                      <a:srgbClr val="F6EAF4"/>
                    </a:solidFill>
                  </a:tcPr>
                </a:tc>
                <a:tc>
                  <a:txBody>
                    <a:bodyPr wrap="square"/>
                    <a:lstStyle/>
                    <a:p>
                      <a:r>
                        <a:rPr sz="1600" b="0">
                          <a:solidFill>
                            <a:srgbClr val="333333"/>
                          </a:solidFill>
                        </a:rPr>
                        <a:t>500 TJ · 42 TJ</a:t>
                      </a:r>
                    </a:p>
                  </a:txBody>
                  <a:tcPr marL="91440" marR="91440" marT="45720" marB="45720">
                    <a:solidFill>
                      <a:srgbClr val="F6EAF4"/>
                    </a:solidFill>
                  </a:tcPr>
                </a:tc>
              </a:tr>
              <a:tr h="384048">
                <a:tc>
                  <a:txBody>
                    <a:bodyPr wrap="square"/>
                    <a:lstStyle/>
                    <a:p>
                      <a:r>
                        <a:rPr sz="1600" b="0">
                          <a:solidFill>
                            <a:srgbClr val="333333"/>
                          </a:solidFill>
                        </a:rPr>
                        <a:t>Montes Villalobos (SCC)</a:t>
                      </a:r>
                    </a:p>
                  </a:txBody>
                  <a:tcPr marL="91440" marR="91440" marT="45720" marB="45720">
                    <a:solidFill>
                      <a:srgbClr val="FFFFFF"/>
                    </a:solidFill>
                  </a:tcPr>
                </a:tc>
                <a:tc>
                  <a:txBody>
                    <a:bodyPr wrap="square"/>
                    <a:lstStyle/>
                    <a:p>
                      <a:r>
                        <a:rPr sz="1600" b="0">
                          <a:solidFill>
                            <a:srgbClr val="333333"/>
                          </a:solidFill>
                        </a:rPr>
                        <a:t>Colombia · FCV</a:t>
                      </a:r>
                    </a:p>
                  </a:txBody>
                  <a:tcPr marL="91440" marR="91440" marT="45720" marB="45720">
                    <a:solidFill>
                      <a:srgbClr val="FFFFFF"/>
                    </a:solidFill>
                  </a:tcPr>
                </a:tc>
                <a:tc>
                  <a:txBody>
                    <a:bodyPr wrap="square"/>
                    <a:lstStyle/>
                    <a:p>
                      <a:r>
                        <a:rPr sz="1600" b="0">
                          <a:solidFill>
                            <a:srgbClr val="333333"/>
                          </a:solidFill>
                        </a:rPr>
                        <a:t>30 TJ, 2012–2021</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40276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2 · COHERENCIA DEL PROTOCOLO</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«Ajustar, si corresponde, título, objetivos, población, criterios de inclusión e identificación de casos. Diferenciar expresamente la identidad religiosa de las decisiones clínicas individuales sobre componentes sanguíneos».</a:t>
            </a:r>
          </a:p>
        </p:txBody>
      </p:sp>
      <p:sp>
        <p:nvSpPr>
          <p:cNvPr id="12367" name="Rounded Rectangle 12366"/>
          <p:cNvSpPr/>
          <p:nvPr/>
        </p:nvSpPr>
        <p:spPr>
          <a:xfrm>
            <a:off x="914400" y="3063240"/>
            <a:ext cx="3931920" cy="246888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TextBox 12367"/>
          <p:cNvSpPr txBox="1"/>
          <p:nvPr/>
        </p:nvSpPr>
        <p:spPr>
          <a:xfrm>
            <a:off x="1097280" y="3154680"/>
            <a:ext cx="3566160" cy="50292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Afiliación religiosa</a:t>
            </a:r>
          </a:p>
        </p:txBody>
      </p:sp>
      <p:sp>
        <p:nvSpPr>
          <p:cNvPr id="12369" name="TextBox 12368"/>
          <p:cNvSpPr txBox="1"/>
          <p:nvPr/>
        </p:nvSpPr>
        <p:spPr>
          <a:xfrm>
            <a:off x="1097280" y="3703320"/>
            <a:ext cx="35661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Condición de Testigo de Jehová, declarada y registrada. Delimita la población y permite comparar con la literatura.</a:t>
            </a:r>
          </a:p>
        </p:txBody>
      </p:sp>
      <p:sp>
        <p:nvSpPr>
          <p:cNvPr id="12370" name="Rounded Rectangle 12369"/>
          <p:cNvSpPr/>
          <p:nvPr/>
        </p:nvSpPr>
        <p:spPr>
          <a:xfrm>
            <a:off x="5760720" y="3063240"/>
            <a:ext cx="3931920" cy="246888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1" name="TextBox 12370"/>
          <p:cNvSpPr txBox="1"/>
          <p:nvPr/>
        </p:nvSpPr>
        <p:spPr>
          <a:xfrm>
            <a:off x="5943600" y="3154680"/>
            <a:ext cx="3566160" cy="50292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Decisión clínica individual</a:t>
            </a:r>
          </a:p>
        </p:txBody>
      </p:sp>
      <p:sp>
        <p:nvSpPr>
          <p:cNvPr id="12372" name="TextBox 12371"/>
          <p:cNvSpPr txBox="1"/>
          <p:nvPr/>
        </p:nvSpPr>
        <p:spPr>
          <a:xfrm>
            <a:off x="5943600" y="3703320"/>
            <a:ext cx="35661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Aceptación o rechazo de cada componente, fracción o técnica, documentado antes de la cirugía.</a:t>
            </a:r>
          </a:p>
        </p:txBody>
      </p:sp>
      <p:sp>
        <p:nvSpPr>
          <p:cNvPr id="12373" name="TextBox 12372"/>
          <p:cNvSpPr txBox="1"/>
          <p:nvPr/>
        </p:nvSpPr>
        <p:spPr>
          <a:xfrm>
            <a:off x="4846320" y="3794760"/>
            <a:ext cx="914400" cy="822960"/>
          </a:xfrm>
          <a:prstGeom prst="rect">
            <a:avLst/>
          </a:prstGeom>
          <a:noFill/>
        </p:spPr>
        <p:txBody>
          <a:bodyPr wrap="square" anchor="t" lIns="73152" rIns="73152" tIns="73152" bIns="73152">
            <a:spAutoFit/>
          </a:bodyPr>
          <a:lstStyle/>
          <a:p>
            <a:pPr algn="ctr">
              <a:spcAft>
                <a:spcPts val="600"/>
              </a:spcAft>
            </a:pPr>
            <a:r>
              <a:rPr sz="5800" b="1" i="0">
                <a:solidFill>
                  <a:srgbClr val="80006B"/>
                </a:solidFill>
              </a:rPr>
              <a:t>+</a:t>
            </a:r>
          </a:p>
        </p:txBody>
      </p:sp>
      <p:sp>
        <p:nvSpPr>
          <p:cNvPr id="12374" name="TextBox 12373"/>
          <p:cNvSpPr txBox="1"/>
          <p:nvPr/>
        </p:nvSpPr>
        <p:spPr>
          <a:xfrm>
            <a:off x="9692640" y="3794760"/>
            <a:ext cx="731520" cy="822960"/>
          </a:xfrm>
          <a:prstGeom prst="rect">
            <a:avLst/>
          </a:prstGeom>
          <a:noFill/>
        </p:spPr>
        <p:txBody>
          <a:bodyPr wrap="square" anchor="t" lIns="73152" rIns="73152" tIns="73152" bIns="73152">
            <a:spAutoFit/>
          </a:bodyPr>
          <a:lstStyle/>
          <a:p>
            <a:pPr algn="ctr">
              <a:spcAft>
                <a:spcPts val="600"/>
              </a:spcAft>
            </a:pPr>
            <a:r>
              <a:rPr sz="5800" b="1" i="0">
                <a:solidFill>
                  <a:srgbClr val="80006B"/>
                </a:solidFill>
              </a:rPr>
              <a:t>=</a:t>
            </a:r>
          </a:p>
        </p:txBody>
      </p:sp>
      <p:sp>
        <p:nvSpPr>
          <p:cNvPr id="12375" name="Rounded Rectangle 12374"/>
          <p:cNvSpPr/>
          <p:nvPr/>
        </p:nvSpPr>
        <p:spPr>
          <a:xfrm>
            <a:off x="10424160" y="3063240"/>
            <a:ext cx="2377440" cy="237744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600"/>
              </a:spcAft>
            </a:pPr>
            <a:r>
              <a:rPr sz="2900" b="1" i="0">
                <a:solidFill>
                  <a:srgbClr val="FFFFFF"/>
                </a:solidFill>
              </a:rPr>
              <a:t>Elegible</a:t>
            </a:r>
          </a:p>
          <a:p>
            <a:pPr algn="ctr">
              <a:spcAft>
                <a:spcPts val="600"/>
              </a:spcAft>
            </a:pPr>
            <a:r>
              <a:rPr sz="1800" b="0" i="0">
                <a:solidFill>
                  <a:srgbClr val="FFFFFF"/>
                </a:solidFill>
              </a:rPr>
              <a:t>solo con ambas condiciones documentadas</a:t>
            </a:r>
          </a:p>
        </p:txBody>
      </p:sp>
      <p:sp>
        <p:nvSpPr>
          <p:cNvPr id="12376" name="TextBox 12375"/>
          <p:cNvSpPr txBox="1"/>
          <p:nvPr/>
        </p:nvSpPr>
        <p:spPr>
          <a:xfrm>
            <a:off x="91440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Título y objetivos</a:t>
            </a:r>
          </a:p>
        </p:txBody>
      </p:sp>
      <p:sp>
        <p:nvSpPr>
          <p:cNvPr id="12377" name="TextBox 12376"/>
          <p:cNvSpPr txBox="1"/>
          <p:nvPr/>
        </p:nvSpPr>
        <p:spPr>
          <a:xfrm>
            <a:off x="91440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Se mantienen: ya exigían el «rechazo transfusional documentado».</a:t>
            </a:r>
          </a:p>
        </p:txBody>
      </p:sp>
      <p:sp>
        <p:nvSpPr>
          <p:cNvPr id="12378" name="TextBox 12377"/>
          <p:cNvSpPr txBox="1"/>
          <p:nvPr/>
        </p:nvSpPr>
        <p:spPr>
          <a:xfrm>
            <a:off x="443484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Criterio 2 (p. 29)</a:t>
            </a:r>
          </a:p>
        </p:txBody>
      </p:sp>
      <p:sp>
        <p:nvSpPr>
          <p:cNvPr id="12379" name="TextBox 12378"/>
          <p:cNvSpPr txBox="1"/>
          <p:nvPr/>
        </p:nvSpPr>
        <p:spPr>
          <a:xfrm>
            <a:off x="443484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Debe constar expresamente la condición de Testigo de Jehová.</a:t>
            </a:r>
          </a:p>
        </p:txBody>
      </p:sp>
      <p:sp>
        <p:nvSpPr>
          <p:cNvPr id="12380" name="TextBox 12379"/>
          <p:cNvSpPr txBox="1"/>
          <p:nvPr/>
        </p:nvSpPr>
        <p:spPr>
          <a:xfrm>
            <a:off x="7955279"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Criterio 4 (p. 30)</a:t>
            </a:r>
          </a:p>
        </p:txBody>
      </p:sp>
      <p:sp>
        <p:nvSpPr>
          <p:cNvPr id="12381" name="TextBox 12380"/>
          <p:cNvSpPr txBox="1"/>
          <p:nvPr/>
        </p:nvSpPr>
        <p:spPr>
          <a:xfrm>
            <a:off x="7955279"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La religión no se acepta como prueba de la negativa.</a:t>
            </a:r>
          </a:p>
        </p:txBody>
      </p:sp>
      <p:sp>
        <p:nvSpPr>
          <p:cNvPr id="12382" name="TextBox 12381"/>
          <p:cNvSpPr txBox="1"/>
          <p:nvPr/>
        </p:nvSpPr>
        <p:spPr>
          <a:xfrm>
            <a:off x="11475720" y="5715000"/>
            <a:ext cx="3337560" cy="45720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Base analítica (p. 42)</a:t>
            </a:r>
          </a:p>
        </p:txBody>
      </p:sp>
      <p:sp>
        <p:nvSpPr>
          <p:cNvPr id="12383" name="TextBox 12382"/>
          <p:cNvSpPr txBox="1"/>
          <p:nvPr/>
        </p:nvSpPr>
        <p:spPr>
          <a:xfrm>
            <a:off x="11475720" y="6172200"/>
            <a:ext cx="3337560" cy="173736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Sin variable de afiliación religiosa; no TJ con rechazo: solo en el diagrama de flujo (p. 28).</a:t>
            </a:r>
          </a:p>
        </p:txBody>
      </p:sp>
      <p:sp>
        <p:nvSpPr>
          <p:cNvPr id="12384" name="TextBox 1238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3.2.2, p. 28 · numeral 3.3.1, pp. 29–30 · numeral 3.9.1, p. 42</a:t>
            </a:r>
          </a:p>
        </p:txBody>
      </p:sp>
    </p:spTree>
    <p:extLst>
      <p:ext uri="{BB962C8B-B14F-4D97-AF65-F5344CB8AC3E}">
        <p14:creationId xmlns:p14="http://schemas.microsoft.com/office/powerpoint/2010/main" val="3340276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3 · CONTEXTO RELIGIOSO Y TEMPORAL</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«Actualizar el marco teórico con la comunicación del 18 de septiembre de 2026 sobre decisiones individuales respecto de componentes sanguíneos, aclarando que es posterior al período estudiado (2020–2025)».</a:t>
            </a:r>
          </a:p>
        </p:txBody>
      </p:sp>
      <p:sp>
        <p:nvSpPr>
          <p:cNvPr id="12367" name="Rectangle 12366"/>
          <p:cNvSpPr/>
          <p:nvPr/>
        </p:nvSpPr>
        <p:spPr>
          <a:xfrm>
            <a:off x="914400" y="3886200"/>
            <a:ext cx="13898880" cy="109728"/>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Rounded Rectangle 12367"/>
          <p:cNvSpPr/>
          <p:nvPr/>
        </p:nvSpPr>
        <p:spPr>
          <a:xfrm>
            <a:off x="914400" y="3758184"/>
            <a:ext cx="7863840" cy="365760"/>
          </a:xfrm>
          <a:prstGeom prst="roundRect">
            <a:avLst>
              <a:gd name="adj" fmla="val 50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TextBox 12368"/>
          <p:cNvSpPr txBox="1"/>
          <p:nvPr/>
        </p:nvSpPr>
        <p:spPr>
          <a:xfrm>
            <a:off x="914400" y="3063240"/>
            <a:ext cx="7863840" cy="548640"/>
          </a:xfrm>
          <a:prstGeom prst="rect">
            <a:avLst/>
          </a:prstGeom>
          <a:noFill/>
        </p:spPr>
        <p:txBody>
          <a:bodyPr wrap="square" anchor="t" lIns="73152" rIns="73152" tIns="73152" bIns="73152">
            <a:spAutoFit/>
          </a:bodyPr>
          <a:lstStyle/>
          <a:p>
            <a:pPr algn="ctr">
              <a:spcAft>
                <a:spcPts val="600"/>
              </a:spcAft>
            </a:pPr>
            <a:r>
              <a:rPr sz="2200" b="1" i="0">
                <a:solidFill>
                  <a:srgbClr val="80006B"/>
                </a:solidFill>
              </a:rPr>
              <a:t>Periodo del estudio · 2020–2025</a:t>
            </a:r>
          </a:p>
        </p:txBody>
      </p:sp>
      <p:sp>
        <p:nvSpPr>
          <p:cNvPr id="12370" name="Oval 12369"/>
          <p:cNvSpPr/>
          <p:nvPr/>
        </p:nvSpPr>
        <p:spPr>
          <a:xfrm>
            <a:off x="10149840" y="3657600"/>
            <a:ext cx="566928" cy="56692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
            </a:r>
          </a:p>
        </p:txBody>
      </p:sp>
      <p:sp>
        <p:nvSpPr>
          <p:cNvPr id="12371" name="TextBox 12370"/>
          <p:cNvSpPr txBox="1"/>
          <p:nvPr/>
        </p:nvSpPr>
        <p:spPr>
          <a:xfrm>
            <a:off x="9052560" y="3017520"/>
            <a:ext cx="2743200" cy="457200"/>
          </a:xfrm>
          <a:prstGeom prst="rect">
            <a:avLst/>
          </a:prstGeom>
          <a:noFill/>
        </p:spPr>
        <p:txBody>
          <a:bodyPr wrap="square" anchor="t" lIns="73152" rIns="73152" tIns="73152" bIns="73152">
            <a:spAutoFit/>
          </a:bodyPr>
          <a:lstStyle/>
          <a:p>
            <a:pPr algn="ctr">
              <a:spcAft>
                <a:spcPts val="600"/>
              </a:spcAft>
            </a:pPr>
            <a:r>
              <a:rPr sz="2000" b="1" i="0">
                <a:solidFill>
                  <a:srgbClr val="FF5F3F"/>
                </a:solidFill>
              </a:rPr>
              <a:t>20 mar 2026</a:t>
            </a:r>
          </a:p>
        </p:txBody>
      </p:sp>
      <p:sp>
        <p:nvSpPr>
          <p:cNvPr id="12372" name="TextBox 12371"/>
          <p:cNvSpPr txBox="1"/>
          <p:nvPr/>
        </p:nvSpPr>
        <p:spPr>
          <a:xfrm>
            <a:off x="8915400" y="4343400"/>
            <a:ext cx="3017520" cy="1188720"/>
          </a:xfrm>
          <a:prstGeom prst="rect">
            <a:avLst/>
          </a:prstGeom>
          <a:noFill/>
        </p:spPr>
        <p:txBody>
          <a:bodyPr wrap="square" anchor="t" lIns="73152" rIns="73152" tIns="73152" bIns="73152">
            <a:spAutoFit/>
          </a:bodyPr>
          <a:lstStyle/>
          <a:p>
            <a:pPr algn="ctr">
              <a:spcAft>
                <a:spcPts val="600"/>
              </a:spcAft>
            </a:pPr>
            <a:r>
              <a:rPr sz="1700" b="0" i="0">
                <a:solidFill>
                  <a:srgbClr val="333333"/>
                </a:solidFill>
              </a:rPr>
              <a:t>Sangre propia almacenada: decisión individual</a:t>
            </a:r>
          </a:p>
        </p:txBody>
      </p:sp>
      <p:sp>
        <p:nvSpPr>
          <p:cNvPr id="12373" name="Oval 12372"/>
          <p:cNvSpPr/>
          <p:nvPr/>
        </p:nvSpPr>
        <p:spPr>
          <a:xfrm>
            <a:off x="13075920" y="3657600"/>
            <a:ext cx="566928" cy="56692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
            </a:r>
          </a:p>
        </p:txBody>
      </p:sp>
      <p:sp>
        <p:nvSpPr>
          <p:cNvPr id="12374" name="TextBox 12373"/>
          <p:cNvSpPr txBox="1"/>
          <p:nvPr/>
        </p:nvSpPr>
        <p:spPr>
          <a:xfrm>
            <a:off x="11978640" y="3017520"/>
            <a:ext cx="2743200" cy="457200"/>
          </a:xfrm>
          <a:prstGeom prst="rect">
            <a:avLst/>
          </a:prstGeom>
          <a:noFill/>
        </p:spPr>
        <p:txBody>
          <a:bodyPr wrap="square" anchor="t" lIns="73152" rIns="73152" tIns="73152" bIns="73152">
            <a:spAutoFit/>
          </a:bodyPr>
          <a:lstStyle/>
          <a:p>
            <a:pPr algn="ctr">
              <a:spcAft>
                <a:spcPts val="600"/>
              </a:spcAft>
            </a:pPr>
            <a:r>
              <a:rPr sz="2000" b="1" i="0">
                <a:solidFill>
                  <a:srgbClr val="FF5F3F"/>
                </a:solidFill>
              </a:rPr>
              <a:t>18 sep 2026</a:t>
            </a:r>
          </a:p>
        </p:txBody>
      </p:sp>
      <p:sp>
        <p:nvSpPr>
          <p:cNvPr id="12375" name="TextBox 12374"/>
          <p:cNvSpPr txBox="1"/>
          <p:nvPr/>
        </p:nvSpPr>
        <p:spPr>
          <a:xfrm>
            <a:off x="11841480" y="4343400"/>
            <a:ext cx="3017520" cy="1188720"/>
          </a:xfrm>
          <a:prstGeom prst="rect">
            <a:avLst/>
          </a:prstGeom>
          <a:noFill/>
        </p:spPr>
        <p:txBody>
          <a:bodyPr wrap="square" anchor="t" lIns="73152" rIns="73152" tIns="73152" bIns="73152">
            <a:spAutoFit/>
          </a:bodyPr>
          <a:lstStyle/>
          <a:p>
            <a:pPr algn="ctr">
              <a:spcAft>
                <a:spcPts val="600"/>
              </a:spcAft>
            </a:pPr>
            <a:r>
              <a:rPr sz="1700" b="0" i="0">
                <a:solidFill>
                  <a:srgbClr val="333333"/>
                </a:solidFill>
              </a:rPr>
              <a:t>Componentes principales: decisión de conciencia; se mantiene el rechazo de sangre completa</a:t>
            </a:r>
          </a:p>
        </p:txBody>
      </p:sp>
      <p:sp>
        <p:nvSpPr>
          <p:cNvPr id="12376" name="TextBox 12375"/>
          <p:cNvSpPr txBox="1"/>
          <p:nvPr/>
        </p:nvSpPr>
        <p:spPr>
          <a:xfrm>
            <a:off x="914400" y="4343400"/>
            <a:ext cx="7863840" cy="1097280"/>
          </a:xfrm>
          <a:prstGeom prst="rect">
            <a:avLst/>
          </a:prstGeom>
          <a:noFill/>
        </p:spPr>
        <p:txBody>
          <a:bodyPr wrap="square" anchor="t" lIns="73152" rIns="73152" tIns="73152" bIns="73152">
            <a:spAutoFit/>
          </a:bodyPr>
          <a:lstStyle/>
          <a:p>
            <a:pPr algn="ctr">
              <a:spcAft>
                <a:spcPts val="600"/>
              </a:spcAft>
            </a:pPr>
            <a:r>
              <a:rPr sz="1800" b="0" i="0">
                <a:solidFill>
                  <a:srgbClr val="333333"/>
                </a:solidFill>
              </a:rPr>
              <a:t>Rechazo de sangre completa y de sus cuatro componentes principales; fracciones y técnicas autólogas en circuito continuo: decisión individual.</a:t>
            </a:r>
          </a:p>
        </p:txBody>
      </p:sp>
      <p:sp>
        <p:nvSpPr>
          <p:cNvPr id="12377" name="Rounded Rectangle 12376"/>
          <p:cNvSpPr/>
          <p:nvPr/>
        </p:nvSpPr>
        <p:spPr>
          <a:xfrm>
            <a:off x="91440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TextBox 12377"/>
          <p:cNvSpPr txBox="1"/>
          <p:nvPr/>
        </p:nvSpPr>
        <p:spPr>
          <a:xfrm>
            <a:off x="1097280"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No cambia la elegibilidad</a:t>
            </a:r>
          </a:p>
        </p:txBody>
      </p:sp>
      <p:sp>
        <p:nvSpPr>
          <p:cNvPr id="12379" name="TextBox 12378"/>
          <p:cNvSpPr txBox="1"/>
          <p:nvPr/>
        </p:nvSpPr>
        <p:spPr>
          <a:xfrm>
            <a:off x="1097280"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Depende de la negativa individual registrada antes de la cirugía índice, no de la doctrina vigente.</a:t>
            </a:r>
          </a:p>
        </p:txBody>
      </p:sp>
      <p:sp>
        <p:nvSpPr>
          <p:cNvPr id="12380" name="Rounded Rectangle 12379"/>
          <p:cNvSpPr/>
          <p:nvPr/>
        </p:nvSpPr>
        <p:spPr>
          <a:xfrm>
            <a:off x="557784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1" name="TextBox 12380"/>
          <p:cNvSpPr txBox="1"/>
          <p:nvPr/>
        </p:nvSpPr>
        <p:spPr>
          <a:xfrm>
            <a:off x="5760720"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Delimita la validez temporal</a:t>
            </a:r>
          </a:p>
        </p:txBody>
      </p:sp>
      <p:sp>
        <p:nvSpPr>
          <p:cNvPr id="12382" name="TextBox 12381"/>
          <p:cNvSpPr txBox="1"/>
          <p:nvPr/>
        </p:nvSpPr>
        <p:spPr>
          <a:xfrm>
            <a:off x="5760720"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Los resultados no se extrapolarán a pacientes atendidos después de septiembre de 2026.</a:t>
            </a:r>
          </a:p>
        </p:txBody>
      </p:sp>
      <p:sp>
        <p:nvSpPr>
          <p:cNvPr id="12383" name="Rounded Rectangle 12382"/>
          <p:cNvSpPr/>
          <p:nvPr/>
        </p:nvSpPr>
        <p:spPr>
          <a:xfrm>
            <a:off x="10241280" y="5623560"/>
            <a:ext cx="4480560" cy="24231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TextBox 12383"/>
          <p:cNvSpPr txBox="1"/>
          <p:nvPr/>
        </p:nvSpPr>
        <p:spPr>
          <a:xfrm>
            <a:off x="10424159" y="5733288"/>
            <a:ext cx="4206240" cy="7772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Cohorte histórica</a:t>
            </a:r>
          </a:p>
        </p:txBody>
      </p:sp>
      <p:sp>
        <p:nvSpPr>
          <p:cNvPr id="12385" name="TextBox 12384"/>
          <p:cNvSpPr txBox="1"/>
          <p:nvPr/>
        </p:nvSpPr>
        <p:spPr>
          <a:xfrm>
            <a:off x="10424159" y="6629400"/>
            <a:ext cx="4114800" cy="1325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Documenta un periodo cerrado y refuerza la distinción entre afiliación y decisión clínica.</a:t>
            </a:r>
          </a:p>
        </p:txBody>
      </p:sp>
      <p:sp>
        <p:nvSpPr>
          <p:cNvPr id="12386" name="TextBox 12385"/>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p. 6 · numeral 2.1.5, p. 18 · numeral 3.7.1, p. 35 · numeral 3.9.2, p. 43 · referencias 51–53</a:t>
            </a:r>
          </a:p>
        </p:txBody>
      </p:sp>
    </p:spTree>
    <p:extLst>
      <p:ext uri="{BB962C8B-B14F-4D97-AF65-F5344CB8AC3E}">
        <p14:creationId xmlns:p14="http://schemas.microsoft.com/office/powerpoint/2010/main" val="3340276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4 · CLASIFICACIÓN DEL RIESGO</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«Sustentar la clasificación del riesgo y la eventual dispensa del consentimiento informado conforme a la Resolución 8430 de 1993, sin asumir que la naturaleza retrospectiva concede una dispensa automática».</a:t>
            </a:r>
          </a:p>
        </p:txBody>
      </p:sp>
      <p:graphicFrame>
        <p:nvGraphicFramePr>
          <p:cNvPr id="12367" name="Table 12366"/>
          <p:cNvGraphicFramePr>
            <a:graphicFrameLocks noGrp="1"/>
          </p:cNvGraphicFramePr>
          <p:nvPr/>
        </p:nvGraphicFramePr>
        <p:xfrm>
          <a:off x="914400" y="3017520"/>
          <a:ext cx="9692640" cy="3474720"/>
        </p:xfrm>
        <a:graphic>
          <a:graphicData uri="http://schemas.openxmlformats.org/drawingml/2006/table">
            <a:tbl>
              <a:tblPr firstRow="1" bandRow="1">
                <a:tableStyleId>{5C22544A-7EE6-4342-B048-85BDC9FD1C3A}</a:tableStyleId>
              </a:tblPr>
              <a:tblGrid>
                <a:gridCol w="3474720"/>
                <a:gridCol w="6217920"/>
              </a:tblGrid>
              <a:tr h="868680">
                <a:tc>
                  <a:txBody>
                    <a:bodyPr wrap="square"/>
                    <a:lstStyle/>
                    <a:p>
                      <a:r>
                        <a:rPr sz="1800" b="1">
                          <a:solidFill>
                            <a:srgbClr val="FFFFFF"/>
                          </a:solidFill>
                        </a:rPr>
                        <a:t>Supuesto del art. 11, literal a)</a:t>
                      </a:r>
                    </a:p>
                  </a:txBody>
                  <a:tcPr marL="91440" marR="91440" marT="45720" marB="45720">
                    <a:solidFill>
                      <a:srgbClr val="80006B"/>
                    </a:solidFill>
                  </a:tcPr>
                </a:tc>
                <a:tc>
                  <a:txBody>
                    <a:bodyPr wrap="square"/>
                    <a:lstStyle/>
                    <a:p>
                      <a:r>
                        <a:rPr sz="1800" b="1">
                          <a:solidFill>
                            <a:srgbClr val="FFFFFF"/>
                          </a:solidFill>
                        </a:rPr>
                        <a:t>Cómo lo cumple el estudio</a:t>
                      </a:r>
                    </a:p>
                  </a:txBody>
                  <a:tcPr marL="91440" marR="91440" marT="45720" marB="45720">
                    <a:solidFill>
                      <a:srgbClr val="80006B"/>
                    </a:solidFill>
                  </a:tcPr>
                </a:tc>
              </a:tr>
              <a:tr h="868680">
                <a:tc>
                  <a:txBody>
                    <a:bodyPr wrap="square"/>
                    <a:lstStyle/>
                    <a:p>
                      <a:r>
                        <a:rPr sz="1800" b="0">
                          <a:solidFill>
                            <a:srgbClr val="333333"/>
                          </a:solidFill>
                        </a:rPr>
                        <a:t>Investigación documental retrospectiva</a:t>
                      </a:r>
                    </a:p>
                  </a:txBody>
                  <a:tcPr marL="91440" marR="91440" marT="45720" marB="45720">
                    <a:solidFill>
                      <a:srgbClr val="FFFFFF"/>
                    </a:solidFill>
                  </a:tcPr>
                </a:tc>
                <a:tc>
                  <a:txBody>
                    <a:bodyPr wrap="square"/>
                    <a:lstStyle/>
                    <a:p>
                      <a:r>
                        <a:rPr sz="1800" b="0">
                          <a:solidFill>
                            <a:srgbClr val="333333"/>
                          </a:solidFill>
                        </a:rPr>
                        <a:t>Solo revisión de historias y registros; sin intervención ni modificación intencionada de variables.</a:t>
                      </a:r>
                    </a:p>
                  </a:txBody>
                  <a:tcPr marL="91440" marR="91440" marT="45720" marB="45720">
                    <a:solidFill>
                      <a:srgbClr val="FFFFFF"/>
                    </a:solidFill>
                  </a:tcPr>
                </a:tc>
              </a:tr>
              <a:tr h="868680">
                <a:tc>
                  <a:txBody>
                    <a:bodyPr wrap="square"/>
                    <a:lstStyle/>
                    <a:p>
                      <a:r>
                        <a:rPr sz="1800" b="0">
                          <a:solidFill>
                            <a:srgbClr val="333333"/>
                          </a:solidFill>
                        </a:rPr>
                        <a:t>No se identifica al participante</a:t>
                      </a:r>
                    </a:p>
                  </a:txBody>
                  <a:tcPr marL="91440" marR="91440" marT="45720" marB="45720">
                    <a:solidFill>
                      <a:srgbClr val="F6EAF4"/>
                    </a:solidFill>
                  </a:tcPr>
                </a:tc>
                <a:tc>
                  <a:txBody>
                    <a:bodyPr wrap="square"/>
                    <a:lstStyle/>
                    <a:p>
                      <a:r>
                        <a:rPr sz="1800" b="0">
                          <a:solidFill>
                            <a:srgbClr val="333333"/>
                          </a:solidFill>
                        </a:rPr>
                        <a:t>Seudonimización desde la extracción, claves separadas y destruidas antes del análisis, resultados agregados.</a:t>
                      </a:r>
                    </a:p>
                  </a:txBody>
                  <a:tcPr marL="91440" marR="91440" marT="45720" marB="45720">
                    <a:solidFill>
                      <a:srgbClr val="F6EAF4"/>
                    </a:solidFill>
                  </a:tcPr>
                </a:tc>
              </a:tr>
              <a:tr h="868680">
                <a:tc>
                  <a:txBody>
                    <a:bodyPr wrap="square"/>
                    <a:lstStyle/>
                    <a:p>
                      <a:r>
                        <a:rPr sz="1800" b="0">
                          <a:solidFill>
                            <a:srgbClr val="333333"/>
                          </a:solidFill>
                        </a:rPr>
                        <a:t>No se tratan aspectos sensitivos de la conducta</a:t>
                      </a:r>
                    </a:p>
                  </a:txBody>
                  <a:tcPr marL="91440" marR="91440" marT="45720" marB="45720">
                    <a:solidFill>
                      <a:srgbClr val="FFFFFF"/>
                    </a:solidFill>
                  </a:tcPr>
                </a:tc>
                <a:tc>
                  <a:txBody>
                    <a:bodyPr wrap="square"/>
                    <a:lstStyle/>
                    <a:p>
                      <a:r>
                        <a:rPr sz="1800" b="0">
                          <a:solidFill>
                            <a:srgbClr val="333333"/>
                          </a:solidFill>
                        </a:rPr>
                        <a:t>No se indagan ni analizan creencias o prácticas; la condición religiosa solo delimita la población.</a:t>
                      </a:r>
                    </a:p>
                  </a:txBody>
                  <a:tcPr marL="91440" marR="91440" marT="45720" marB="45720">
                    <a:solidFill>
                      <a:srgbClr val="FFFFFF"/>
                    </a:solidFill>
                  </a:tcPr>
                </a:tc>
              </a:tr>
            </a:tbl>
          </a:graphicData>
        </a:graphic>
      </p:graphicFrame>
      <p:sp>
        <p:nvSpPr>
          <p:cNvPr id="12368" name="Rounded Rectangle 12367"/>
          <p:cNvSpPr/>
          <p:nvPr/>
        </p:nvSpPr>
        <p:spPr>
          <a:xfrm>
            <a:off x="10881360" y="3017520"/>
            <a:ext cx="3931920" cy="493776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9" name="TextBox 12368"/>
          <p:cNvSpPr txBox="1"/>
          <p:nvPr/>
        </p:nvSpPr>
        <p:spPr>
          <a:xfrm>
            <a:off x="11064240" y="3200400"/>
            <a:ext cx="3566160" cy="731520"/>
          </a:xfrm>
          <a:prstGeom prst="rect">
            <a:avLst/>
          </a:prstGeom>
          <a:noFill/>
        </p:spPr>
        <p:txBody>
          <a:bodyPr wrap="square" anchor="t" lIns="73152" rIns="73152" tIns="73152" bIns="73152">
            <a:spAutoFit/>
          </a:bodyPr>
          <a:lstStyle/>
          <a:p>
            <a:pPr algn="l">
              <a:spcAft>
                <a:spcPts val="600"/>
              </a:spcAft>
            </a:pPr>
            <a:r>
              <a:rPr sz="3800" b="1" i="0">
                <a:solidFill>
                  <a:srgbClr val="FFFFFF"/>
                </a:solidFill>
              </a:rPr>
              <a:t>Sin riesgo</a:t>
            </a:r>
          </a:p>
        </p:txBody>
      </p:sp>
      <p:sp>
        <p:nvSpPr>
          <p:cNvPr id="12370" name="TextBox 12369"/>
          <p:cNvSpPr txBox="1"/>
          <p:nvPr/>
        </p:nvSpPr>
        <p:spPr>
          <a:xfrm>
            <a:off x="11064240" y="3977639"/>
            <a:ext cx="3566160" cy="54864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Res. 8430/1993, art. 11 a)</a:t>
            </a:r>
          </a:p>
        </p:txBody>
      </p:sp>
      <p:sp>
        <p:nvSpPr>
          <p:cNvPr id="12371" name="TextBox 12370"/>
          <p:cNvSpPr txBox="1"/>
          <p:nvPr/>
        </p:nvSpPr>
        <p:spPr>
          <a:xfrm>
            <a:off x="11064240" y="4754880"/>
            <a:ext cx="3566160" cy="3108960"/>
          </a:xfrm>
          <a:prstGeom prst="rect">
            <a:avLst/>
          </a:prstGeom>
          <a:noFill/>
        </p:spPr>
        <p:txBody>
          <a:bodyPr wrap="square" anchor="t" lIns="73152" rIns="73152" tIns="73152" bIns="73152">
            <a:spAutoFit/>
          </a:bodyPr>
          <a:lstStyle/>
          <a:p>
            <a:pPr algn="l">
              <a:spcAft>
                <a:spcPts val="600"/>
              </a:spcAft>
            </a:pPr>
            <a:r>
              <a:rPr sz="1900" b="0" i="0">
                <a:solidFill>
                  <a:srgbClr val="FFFFFF"/>
                </a:solidFill>
              </a:rPr>
              <a:t>El riesgo previsible es informacional (confidencialidad).</a:t>
            </a:r>
          </a:p>
          <a:p>
            <a:pPr algn="l">
              <a:spcAft>
                <a:spcPts val="600"/>
              </a:spcAft>
            </a:pPr>
            <a:r>
              <a:rPr sz="1900" b="0" i="0">
                <a:solidFill>
                  <a:srgbClr val="FFFFFF"/>
                </a:solidFill>
              </a:rPr>
              <a:t>Se controla con el plan de datos y las reglas de publicación (num. 3.9.1 y 3.9.2), conforme al art. 8.</a:t>
            </a:r>
          </a:p>
        </p:txBody>
      </p:sp>
      <p:sp>
        <p:nvSpPr>
          <p:cNvPr id="12372" name="TextBox 12371"/>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 p. 40 · numeral 2.3.2, p. 25</a:t>
            </a:r>
          </a:p>
        </p:txBody>
      </p:sp>
    </p:spTree>
    <p:extLst>
      <p:ext uri="{BB962C8B-B14F-4D97-AF65-F5344CB8AC3E}">
        <p14:creationId xmlns:p14="http://schemas.microsoft.com/office/powerpoint/2010/main" val="3340276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4 · DISPENSA DEL CONSENTIMIENTO</a:t>
            </a:r>
            <a:endParaRPr lang="en-US" dirty="0"/>
          </a:p>
        </p:txBody>
      </p:sp>
      <p:sp>
        <p:nvSpPr>
          <p:cNvPr id="12366" name="TextBox 12365"/>
          <p:cNvSpPr txBox="1"/>
          <p:nvPr/>
        </p:nvSpPr>
        <p:spPr>
          <a:xfrm>
            <a:off x="914400" y="1783080"/>
            <a:ext cx="13898880" cy="822960"/>
          </a:xfrm>
          <a:prstGeom prst="rect">
            <a:avLst/>
          </a:prstGeom>
          <a:noFill/>
        </p:spPr>
        <p:txBody>
          <a:bodyPr wrap="square" anchor="t" lIns="73152" rIns="73152" tIns="73152" bIns="73152">
            <a:spAutoFit/>
          </a:bodyPr>
          <a:lstStyle/>
          <a:p>
            <a:pPr algn="l">
              <a:spcAft>
                <a:spcPts val="600"/>
              </a:spcAft>
            </a:pPr>
            <a:r>
              <a:rPr sz="2300" b="1" i="0">
                <a:solidFill>
                  <a:srgbClr val="80006B"/>
                </a:solidFill>
              </a:rPr>
              <a:t>La dispensa no se fundamenta en el carácter retrospectivo, </a:t>
            </a:r>
            <a:r>
              <a:rPr sz="2300" b="0" i="0">
                <a:solidFill>
                  <a:srgbClr val="333333"/>
                </a:solidFill>
              </a:rPr>
              <a:t>sino en cinco condiciones concurrentes (Res. 8430, art. 16 par. 1; Ley 1581; pauta 10 de CIOMS-OMS):</a:t>
            </a:r>
          </a:p>
        </p:txBody>
      </p:sp>
      <p:sp>
        <p:nvSpPr>
          <p:cNvPr id="12367" name="Rounded Rectangle 12366"/>
          <p:cNvSpPr/>
          <p:nvPr/>
        </p:nvSpPr>
        <p:spPr>
          <a:xfrm>
            <a:off x="914400"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9" name="TextBox 12368"/>
          <p:cNvSpPr txBox="1"/>
          <p:nvPr/>
        </p:nvSpPr>
        <p:spPr>
          <a:xfrm>
            <a:off x="1097280"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Sin riesgo</a:t>
            </a:r>
          </a:p>
        </p:txBody>
      </p:sp>
      <p:sp>
        <p:nvSpPr>
          <p:cNvPr id="12370" name="TextBox 12369"/>
          <p:cNvSpPr txBox="1"/>
          <p:nvPr/>
        </p:nvSpPr>
        <p:spPr>
          <a:xfrm>
            <a:off x="1097280"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Requisito del parágrafo primero del artículo 16.</a:t>
            </a:r>
          </a:p>
        </p:txBody>
      </p:sp>
      <p:sp>
        <p:nvSpPr>
          <p:cNvPr id="12371" name="Rounded Rectangle 12370"/>
          <p:cNvSpPr/>
          <p:nvPr/>
        </p:nvSpPr>
        <p:spPr>
          <a:xfrm>
            <a:off x="3730752" y="2880360"/>
            <a:ext cx="2633472" cy="457200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3913632" y="30632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73" name="TextBox 12372"/>
          <p:cNvSpPr txBox="1"/>
          <p:nvPr/>
        </p:nvSpPr>
        <p:spPr>
          <a:xfrm>
            <a:off x="3913632"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Impracticable</a:t>
            </a:r>
          </a:p>
        </p:txBody>
      </p:sp>
      <p:sp>
        <p:nvSpPr>
          <p:cNvPr id="12374" name="TextBox 12373"/>
          <p:cNvSpPr txBox="1"/>
          <p:nvPr/>
        </p:nvSpPr>
        <p:spPr>
          <a:xfrm>
            <a:off x="3913632"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Pacientes de 2020–2025, parte fallecidos; exigirlo excluiría a los de peor desenlace y sesgaría la estimación.</a:t>
            </a:r>
          </a:p>
        </p:txBody>
      </p:sp>
      <p:sp>
        <p:nvSpPr>
          <p:cNvPr id="12375" name="Rounded Rectangle 12374"/>
          <p:cNvSpPr/>
          <p:nvPr/>
        </p:nvSpPr>
        <p:spPr>
          <a:xfrm>
            <a:off x="6547104"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6729984"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7" name="TextBox 12376"/>
          <p:cNvSpPr txBox="1"/>
          <p:nvPr/>
        </p:nvSpPr>
        <p:spPr>
          <a:xfrm>
            <a:off x="6729984"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El contacto aumenta el riesgo</a:t>
            </a:r>
          </a:p>
        </p:txBody>
      </p:sp>
      <p:sp>
        <p:nvSpPr>
          <p:cNvPr id="12378" name="TextBox 12377"/>
          <p:cNvSpPr txBox="1"/>
          <p:nvPr/>
        </p:nvSpPr>
        <p:spPr>
          <a:xfrm>
            <a:off x="6729984"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Obligaría a manipular identificadores y revelaría datos religiosos y transfusionales a terceros.</a:t>
            </a:r>
          </a:p>
        </p:txBody>
      </p:sp>
      <p:sp>
        <p:nvSpPr>
          <p:cNvPr id="12379" name="Rounded Rectangle 12378"/>
          <p:cNvSpPr/>
          <p:nvPr/>
        </p:nvSpPr>
        <p:spPr>
          <a:xfrm>
            <a:off x="9363456" y="2880360"/>
            <a:ext cx="2633472" cy="457200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0" name="Oval 12379"/>
          <p:cNvSpPr/>
          <p:nvPr/>
        </p:nvSpPr>
        <p:spPr>
          <a:xfrm>
            <a:off x="9546336" y="3063240"/>
            <a:ext cx="640080" cy="64008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4</a:t>
            </a:r>
          </a:p>
        </p:txBody>
      </p:sp>
      <p:sp>
        <p:nvSpPr>
          <p:cNvPr id="12381" name="TextBox 12380"/>
          <p:cNvSpPr txBox="1"/>
          <p:nvPr/>
        </p:nvSpPr>
        <p:spPr>
          <a:xfrm>
            <a:off x="9546336"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FF5F3F"/>
                </a:solidFill>
              </a:rPr>
              <a:t>Valor social</a:t>
            </a:r>
          </a:p>
        </p:txBody>
      </p:sp>
      <p:sp>
        <p:nvSpPr>
          <p:cNvPr id="12382" name="TextBox 12381"/>
          <p:cNvSpPr txBox="1"/>
          <p:nvPr/>
        </p:nvSpPr>
        <p:spPr>
          <a:xfrm>
            <a:off x="9546336"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Seguridad perioperatoria de un grupo cuyo derecho a la cirugía sin transfusión reconoce la Corte.</a:t>
            </a:r>
          </a:p>
        </p:txBody>
      </p:sp>
      <p:sp>
        <p:nvSpPr>
          <p:cNvPr id="12383" name="Rounded Rectangle 12382"/>
          <p:cNvSpPr/>
          <p:nvPr/>
        </p:nvSpPr>
        <p:spPr>
          <a:xfrm>
            <a:off x="12179808" y="2880360"/>
            <a:ext cx="2633472" cy="457200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Oval 12383"/>
          <p:cNvSpPr/>
          <p:nvPr/>
        </p:nvSpPr>
        <p:spPr>
          <a:xfrm>
            <a:off x="12362688" y="3063240"/>
            <a:ext cx="640080" cy="64008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5</a:t>
            </a:r>
          </a:p>
        </p:txBody>
      </p:sp>
      <p:sp>
        <p:nvSpPr>
          <p:cNvPr id="12385" name="TextBox 12384"/>
          <p:cNvSpPr txBox="1"/>
          <p:nvPr/>
        </p:nvSpPr>
        <p:spPr>
          <a:xfrm>
            <a:off x="12362688" y="3794760"/>
            <a:ext cx="2267712" cy="1097280"/>
          </a:xfrm>
          <a:prstGeom prst="rect">
            <a:avLst/>
          </a:prstGeom>
          <a:noFill/>
        </p:spPr>
        <p:txBody>
          <a:bodyPr wrap="square" anchor="t" lIns="73152" rIns="73152" tIns="73152" bIns="73152">
            <a:spAutoFit/>
          </a:bodyPr>
          <a:lstStyle/>
          <a:p>
            <a:pPr algn="l">
              <a:spcAft>
                <a:spcPts val="600"/>
              </a:spcAft>
            </a:pPr>
            <a:r>
              <a:rPr sz="2000" b="1" i="0">
                <a:solidFill>
                  <a:srgbClr val="80006B"/>
                </a:solidFill>
              </a:rPr>
              <a:t>Garantías legales</a:t>
            </a:r>
          </a:p>
        </p:txBody>
      </p:sp>
      <p:sp>
        <p:nvSpPr>
          <p:cNvPr id="12386" name="TextBox 12385"/>
          <p:cNvSpPr txBox="1"/>
          <p:nvPr/>
        </p:nvSpPr>
        <p:spPr>
          <a:xfrm>
            <a:off x="12362688" y="4937760"/>
            <a:ext cx="2267712" cy="24688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Finalidad científica y supresión de identidad (Ley 1581, art. 6 e y art. 10 d).</a:t>
            </a:r>
          </a:p>
        </p:txBody>
      </p:sp>
      <p:sp>
        <p:nvSpPr>
          <p:cNvPr id="12387" name="TextBox 12386"/>
          <p:cNvSpPr txBox="1"/>
          <p:nvPr/>
        </p:nvSpPr>
        <p:spPr>
          <a:xfrm>
            <a:off x="914400" y="7680960"/>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 p. 41 · numeral 2.3.1, p. 24 · numeral 2.3.2, p. 25</a:t>
            </a:r>
          </a:p>
        </p:txBody>
      </p:sp>
    </p:spTree>
    <p:extLst>
      <p:ext uri="{BB962C8B-B14F-4D97-AF65-F5344CB8AC3E}">
        <p14:creationId xmlns:p14="http://schemas.microsoft.com/office/powerpoint/2010/main" val="3340276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5 · PROTECCIÓN DE DATOS SENSIBLES</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«Describir responsables y controles de acceso, codificación, almacenamiento, custodia de claves y manejo de incidentes. Prevenir la identificación indirecta y la divulgación no autorizada (Ley 1581 de 2012)».</a:t>
            </a:r>
          </a:p>
        </p:txBody>
      </p:sp>
      <p:sp>
        <p:nvSpPr>
          <p:cNvPr id="12367" name="Rounded Rectangle 12366"/>
          <p:cNvSpPr/>
          <p:nvPr/>
        </p:nvSpPr>
        <p:spPr>
          <a:xfrm>
            <a:off x="914400" y="29718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5156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1</a:t>
            </a:r>
          </a:p>
        </p:txBody>
      </p:sp>
      <p:sp>
        <p:nvSpPr>
          <p:cNvPr id="12369" name="TextBox 12368"/>
          <p:cNvSpPr txBox="1"/>
          <p:nvPr/>
        </p:nvSpPr>
        <p:spPr>
          <a:xfrm>
            <a:off x="164592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Responsables</a:t>
            </a:r>
          </a:p>
        </p:txBody>
      </p:sp>
      <p:sp>
        <p:nvSpPr>
          <p:cNvPr id="12370" name="TextBox 12369"/>
          <p:cNvSpPr txBox="1"/>
          <p:nvPr/>
        </p:nvSpPr>
        <p:spPr>
          <a:xfrm>
            <a:off x="105156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Clínica: responsable del tratamiento. Investigadores: encargados (art. 18).</a:t>
            </a:r>
          </a:p>
        </p:txBody>
      </p:sp>
      <p:sp>
        <p:nvSpPr>
          <p:cNvPr id="12371" name="Rounded Rectangle 12370"/>
          <p:cNvSpPr/>
          <p:nvPr/>
        </p:nvSpPr>
        <p:spPr>
          <a:xfrm>
            <a:off x="4434840" y="29718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2" name="Oval 12371"/>
          <p:cNvSpPr/>
          <p:nvPr/>
        </p:nvSpPr>
        <p:spPr>
          <a:xfrm>
            <a:off x="457200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2</a:t>
            </a:r>
          </a:p>
        </p:txBody>
      </p:sp>
      <p:sp>
        <p:nvSpPr>
          <p:cNvPr id="12373" name="TextBox 12372"/>
          <p:cNvSpPr txBox="1"/>
          <p:nvPr/>
        </p:nvSpPr>
        <p:spPr>
          <a:xfrm>
            <a:off x="5166359"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Accesos</a:t>
            </a:r>
          </a:p>
        </p:txBody>
      </p:sp>
      <p:sp>
        <p:nvSpPr>
          <p:cNvPr id="12374" name="TextBox 12373"/>
          <p:cNvSpPr txBox="1"/>
          <p:nvPr/>
        </p:nvSpPr>
        <p:spPr>
          <a:xfrm>
            <a:off x="457200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Credenciales individuales, solo consulta, en la red de la Clínica; sin copias ni capturas.</a:t>
            </a:r>
          </a:p>
        </p:txBody>
      </p:sp>
      <p:sp>
        <p:nvSpPr>
          <p:cNvPr id="12375" name="Rounded Rectangle 12374"/>
          <p:cNvSpPr/>
          <p:nvPr/>
        </p:nvSpPr>
        <p:spPr>
          <a:xfrm>
            <a:off x="7955279" y="29718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6" name="Oval 12375"/>
          <p:cNvSpPr/>
          <p:nvPr/>
        </p:nvSpPr>
        <p:spPr>
          <a:xfrm>
            <a:off x="809244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3</a:t>
            </a:r>
          </a:p>
        </p:txBody>
      </p:sp>
      <p:sp>
        <p:nvSpPr>
          <p:cNvPr id="12377" name="TextBox 12376"/>
          <p:cNvSpPr txBox="1"/>
          <p:nvPr/>
        </p:nvSpPr>
        <p:spPr>
          <a:xfrm>
            <a:off x="868680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Codificación</a:t>
            </a:r>
          </a:p>
        </p:txBody>
      </p:sp>
      <p:sp>
        <p:nvSpPr>
          <p:cNvPr id="12378" name="TextBox 12377"/>
          <p:cNvSpPr txBox="1"/>
          <p:nvPr/>
        </p:nvSpPr>
        <p:spPr>
          <a:xfrm>
            <a:off x="809244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Código aleatorio sin alusión religiosa; fechas relativas; sin variable de religión.</a:t>
            </a:r>
          </a:p>
        </p:txBody>
      </p:sp>
      <p:sp>
        <p:nvSpPr>
          <p:cNvPr id="12379" name="Rounded Rectangle 12378"/>
          <p:cNvSpPr/>
          <p:nvPr/>
        </p:nvSpPr>
        <p:spPr>
          <a:xfrm>
            <a:off x="11475720" y="29718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0" name="Oval 12379"/>
          <p:cNvSpPr/>
          <p:nvPr/>
        </p:nvSpPr>
        <p:spPr>
          <a:xfrm>
            <a:off x="11612880" y="31089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4</a:t>
            </a:r>
          </a:p>
        </p:txBody>
      </p:sp>
      <p:sp>
        <p:nvSpPr>
          <p:cNvPr id="12381" name="TextBox 12380"/>
          <p:cNvSpPr txBox="1"/>
          <p:nvPr/>
        </p:nvSpPr>
        <p:spPr>
          <a:xfrm>
            <a:off x="12207240" y="30815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Almacenamiento</a:t>
            </a:r>
          </a:p>
        </p:txBody>
      </p:sp>
      <p:sp>
        <p:nvSpPr>
          <p:cNvPr id="12382" name="TextBox 12381"/>
          <p:cNvSpPr txBox="1"/>
          <p:nvPr/>
        </p:nvSpPr>
        <p:spPr>
          <a:xfrm>
            <a:off x="11612880" y="37033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REDCap institucional o archivo cifrado; respaldos cifrados; conservación por cinco años.</a:t>
            </a:r>
          </a:p>
        </p:txBody>
      </p:sp>
      <p:sp>
        <p:nvSpPr>
          <p:cNvPr id="12383" name="Rounded Rectangle 12382"/>
          <p:cNvSpPr/>
          <p:nvPr/>
        </p:nvSpPr>
        <p:spPr>
          <a:xfrm>
            <a:off x="914400" y="54864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4" name="Oval 12383"/>
          <p:cNvSpPr/>
          <p:nvPr/>
        </p:nvSpPr>
        <p:spPr>
          <a:xfrm>
            <a:off x="105156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5</a:t>
            </a:r>
          </a:p>
        </p:txBody>
      </p:sp>
      <p:sp>
        <p:nvSpPr>
          <p:cNvPr id="12385" name="TextBox 12384"/>
          <p:cNvSpPr txBox="1"/>
          <p:nvPr/>
        </p:nvSpPr>
        <p:spPr>
          <a:xfrm>
            <a:off x="164592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Custodia de claves</a:t>
            </a:r>
          </a:p>
        </p:txBody>
      </p:sp>
      <p:sp>
        <p:nvSpPr>
          <p:cNvPr id="12386" name="TextBox 12385"/>
          <p:cNvSpPr txBox="1"/>
          <p:nvPr/>
        </p:nvSpPr>
        <p:spPr>
          <a:xfrm>
            <a:off x="105156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Archivo cifrado aparte, accesible solo a los investigadores; nunca se transmite con la base.</a:t>
            </a:r>
          </a:p>
        </p:txBody>
      </p:sp>
      <p:sp>
        <p:nvSpPr>
          <p:cNvPr id="12387" name="Rounded Rectangle 12386"/>
          <p:cNvSpPr/>
          <p:nvPr/>
        </p:nvSpPr>
        <p:spPr>
          <a:xfrm>
            <a:off x="4434840" y="54864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8" name="Oval 12387"/>
          <p:cNvSpPr/>
          <p:nvPr/>
        </p:nvSpPr>
        <p:spPr>
          <a:xfrm>
            <a:off x="457200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6</a:t>
            </a:r>
          </a:p>
        </p:txBody>
      </p:sp>
      <p:sp>
        <p:nvSpPr>
          <p:cNvPr id="12389" name="TextBox 12388"/>
          <p:cNvSpPr txBox="1"/>
          <p:nvPr/>
        </p:nvSpPr>
        <p:spPr>
          <a:xfrm>
            <a:off x="5166359"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Incidentes</a:t>
            </a:r>
          </a:p>
        </p:txBody>
      </p:sp>
      <p:sp>
        <p:nvSpPr>
          <p:cNvPr id="12390" name="TextBox 12389"/>
          <p:cNvSpPr txBox="1"/>
          <p:nvPr/>
        </p:nvSpPr>
        <p:spPr>
          <a:xfrm>
            <a:off x="457200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Contención el mismo día; aviso en 24 h a la Clínica y al Comité; reporte a la SIC (art. 17 n).</a:t>
            </a:r>
          </a:p>
        </p:txBody>
      </p:sp>
      <p:sp>
        <p:nvSpPr>
          <p:cNvPr id="12391" name="Rounded Rectangle 12390"/>
          <p:cNvSpPr/>
          <p:nvPr/>
        </p:nvSpPr>
        <p:spPr>
          <a:xfrm>
            <a:off x="7955279" y="5486400"/>
            <a:ext cx="3337560" cy="2331720"/>
          </a:xfrm>
          <a:prstGeom prst="roundRect">
            <a:avLst>
              <a:gd name="adj" fmla="val 8000"/>
            </a:avLst>
          </a:prstGeom>
          <a:solidFill>
            <a:srgbClr val="FFFFFF"/>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2" name="Oval 12391"/>
          <p:cNvSpPr/>
          <p:nvPr/>
        </p:nvSpPr>
        <p:spPr>
          <a:xfrm>
            <a:off x="809244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7</a:t>
            </a:r>
          </a:p>
        </p:txBody>
      </p:sp>
      <p:sp>
        <p:nvSpPr>
          <p:cNvPr id="12393" name="TextBox 12392"/>
          <p:cNvSpPr txBox="1"/>
          <p:nvPr/>
        </p:nvSpPr>
        <p:spPr>
          <a:xfrm>
            <a:off x="868680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Identificación indirecta</a:t>
            </a:r>
          </a:p>
        </p:txBody>
      </p:sp>
      <p:sp>
        <p:nvSpPr>
          <p:cNvPr id="12394" name="TextBox 12393"/>
          <p:cNvSpPr txBox="1"/>
          <p:nvPr/>
        </p:nvSpPr>
        <p:spPr>
          <a:xfrm>
            <a:off x="809244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Celdas &lt; 5 suprimidas, edad por grupos, sin casos individuales ni fechas.</a:t>
            </a:r>
          </a:p>
        </p:txBody>
      </p:sp>
      <p:sp>
        <p:nvSpPr>
          <p:cNvPr id="12395" name="Rounded Rectangle 12394"/>
          <p:cNvSpPr/>
          <p:nvPr/>
        </p:nvSpPr>
        <p:spPr>
          <a:xfrm>
            <a:off x="11475720" y="5486400"/>
            <a:ext cx="3337560" cy="2331720"/>
          </a:xfrm>
          <a:prstGeom prst="roundRect">
            <a:avLst>
              <a:gd name="adj" fmla="val 8000"/>
            </a:avLst>
          </a:prstGeom>
          <a:solidFill>
            <a:srgbClr val="F6EAF4"/>
          </a:solidFill>
          <a:ln w="15875">
            <a:solidFill>
              <a:srgbClr val="8000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6" name="Oval 12395"/>
          <p:cNvSpPr/>
          <p:nvPr/>
        </p:nvSpPr>
        <p:spPr>
          <a:xfrm>
            <a:off x="11612880" y="5623560"/>
            <a:ext cx="502920" cy="502920"/>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900" b="1" i="0">
                <a:solidFill>
                  <a:srgbClr val="FFFFFF"/>
                </a:solidFill>
              </a:rPr>
              <a:t>8</a:t>
            </a:r>
          </a:p>
        </p:txBody>
      </p:sp>
      <p:sp>
        <p:nvSpPr>
          <p:cNvPr id="12397" name="TextBox 12396"/>
          <p:cNvSpPr txBox="1"/>
          <p:nvPr/>
        </p:nvSpPr>
        <p:spPr>
          <a:xfrm>
            <a:off x="12207240" y="5596128"/>
            <a:ext cx="2514600" cy="548640"/>
          </a:xfrm>
          <a:prstGeom prst="rect">
            <a:avLst/>
          </a:prstGeom>
          <a:noFill/>
        </p:spPr>
        <p:txBody>
          <a:bodyPr wrap="square" anchor="ctr" lIns="73152" rIns="73152" tIns="73152" bIns="73152">
            <a:spAutoFit/>
          </a:bodyPr>
          <a:lstStyle/>
          <a:p>
            <a:pPr algn="l">
              <a:spcAft>
                <a:spcPts val="600"/>
              </a:spcAft>
            </a:pPr>
            <a:r>
              <a:rPr sz="2000" b="1" i="0">
                <a:solidFill>
                  <a:srgbClr val="80006B"/>
                </a:solidFill>
              </a:rPr>
              <a:t>Minimización</a:t>
            </a:r>
          </a:p>
        </p:txBody>
      </p:sp>
      <p:sp>
        <p:nvSpPr>
          <p:cNvPr id="12398" name="TextBox 12397"/>
          <p:cNvSpPr txBox="1"/>
          <p:nvPr/>
        </p:nvSpPr>
        <p:spPr>
          <a:xfrm>
            <a:off x="11612880" y="6217920"/>
            <a:ext cx="3063240" cy="1554479"/>
          </a:xfrm>
          <a:prstGeom prst="rect">
            <a:avLst/>
          </a:prstGeom>
          <a:noFill/>
        </p:spPr>
        <p:txBody>
          <a:bodyPr wrap="square" anchor="t" lIns="73152" rIns="73152" tIns="73152" bIns="73152">
            <a:spAutoFit/>
          </a:bodyPr>
          <a:lstStyle/>
          <a:p>
            <a:pPr algn="l">
              <a:spcAft>
                <a:spcPts val="600"/>
              </a:spcAft>
            </a:pPr>
            <a:r>
              <a:rPr sz="1700" b="0" i="0">
                <a:solidFill>
                  <a:srgbClr val="333333"/>
                </a:solidFill>
              </a:rPr>
              <a:t>Solo los pacientes del listado de elegibilidad y las variables del diccionario.</a:t>
            </a:r>
          </a:p>
        </p:txBody>
      </p:sp>
      <p:sp>
        <p:nvSpPr>
          <p:cNvPr id="12399" name="TextBox 12398"/>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3.9.1, pp. 42–43 · numeral 3.4, p. 31</a:t>
            </a:r>
          </a:p>
        </p:txBody>
      </p:sp>
    </p:spTree>
    <p:extLst>
      <p:ext uri="{BB962C8B-B14F-4D97-AF65-F5344CB8AC3E}">
        <p14:creationId xmlns:p14="http://schemas.microsoft.com/office/powerpoint/2010/main" val="33402767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6 · INTERPRETACIÓN Y PUBLICACIÓN</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«Definir medidas para evitar inferencias causales indebidas, atribuciones de complicaciones a la religión y tablas o descripciones que puedan identificar o estigmatizar a los pacientes».</a:t>
            </a:r>
          </a:p>
        </p:txBody>
      </p:sp>
      <p:sp>
        <p:nvSpPr>
          <p:cNvPr id="12367" name="Rounded Rectangle 12366"/>
          <p:cNvSpPr/>
          <p:nvPr/>
        </p:nvSpPr>
        <p:spPr>
          <a:xfrm>
            <a:off x="914400" y="3017520"/>
            <a:ext cx="6858000" cy="4892040"/>
          </a:xfrm>
          <a:prstGeom prst="roundRect">
            <a:avLst>
              <a:gd name="adj" fmla="val 8000"/>
            </a:avLst>
          </a:prstGeom>
          <a:solidFill>
            <a:srgbClr val="FFE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TextBox 12367"/>
          <p:cNvSpPr txBox="1"/>
          <p:nvPr/>
        </p:nvSpPr>
        <p:spPr>
          <a:xfrm>
            <a:off x="1188720" y="3154680"/>
            <a:ext cx="6309360" cy="640080"/>
          </a:xfrm>
          <a:prstGeom prst="rect">
            <a:avLst/>
          </a:prstGeom>
          <a:noFill/>
        </p:spPr>
        <p:txBody>
          <a:bodyPr wrap="square" anchor="t" lIns="73152" rIns="73152" tIns="73152" bIns="73152">
            <a:spAutoFit/>
          </a:bodyPr>
          <a:lstStyle/>
          <a:p>
            <a:pPr algn="l">
              <a:spcAft>
                <a:spcPts val="600"/>
              </a:spcAft>
            </a:pPr>
            <a:r>
              <a:rPr sz="2900" b="1" i="0">
                <a:solidFill>
                  <a:srgbClr val="FF5F3F"/>
                </a:solidFill>
              </a:rPr>
              <a:t>No haremos</a:t>
            </a:r>
          </a:p>
        </p:txBody>
      </p:sp>
      <p:sp>
        <p:nvSpPr>
          <p:cNvPr id="12369" name="Oval 12368"/>
          <p:cNvSpPr/>
          <p:nvPr/>
        </p:nvSpPr>
        <p:spPr>
          <a:xfrm>
            <a:off x="1188720" y="400507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0" name="TextBox 12369"/>
          <p:cNvSpPr txBox="1"/>
          <p:nvPr/>
        </p:nvSpPr>
        <p:spPr>
          <a:xfrm>
            <a:off x="1737360" y="393192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Afirmar causalidad, seguridad o equivalencia.</a:t>
            </a:r>
          </a:p>
        </p:txBody>
      </p:sp>
      <p:sp>
        <p:nvSpPr>
          <p:cNvPr id="12371" name="Oval 12370"/>
          <p:cNvSpPr/>
          <p:nvPr/>
        </p:nvSpPr>
        <p:spPr>
          <a:xfrm>
            <a:off x="1188720" y="496519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2" name="TextBox 12371"/>
          <p:cNvSpPr txBox="1"/>
          <p:nvPr/>
        </p:nvSpPr>
        <p:spPr>
          <a:xfrm>
            <a:off x="1737360" y="489204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Atribuir desenlaces a la religión o a la decisión del paciente.</a:t>
            </a:r>
          </a:p>
        </p:txBody>
      </p:sp>
      <p:sp>
        <p:nvSpPr>
          <p:cNvPr id="12373" name="Oval 12372"/>
          <p:cNvSpPr/>
          <p:nvPr/>
        </p:nvSpPr>
        <p:spPr>
          <a:xfrm>
            <a:off x="1188720" y="592531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4" name="TextBox 12373"/>
          <p:cNvSpPr txBox="1"/>
          <p:nvPr/>
        </p:nvSpPr>
        <p:spPr>
          <a:xfrm>
            <a:off x="1737360" y="585216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Publicar casos individuales, fechas o cruces identificables.</a:t>
            </a:r>
          </a:p>
        </p:txBody>
      </p:sp>
      <p:sp>
        <p:nvSpPr>
          <p:cNvPr id="12375" name="Oval 12374"/>
          <p:cNvSpPr/>
          <p:nvPr/>
        </p:nvSpPr>
        <p:spPr>
          <a:xfrm>
            <a:off x="1188720" y="6885432"/>
            <a:ext cx="384048" cy="384048"/>
          </a:xfrm>
          <a:prstGeom prst="ellipse">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76" name="TextBox 12375"/>
          <p:cNvSpPr txBox="1"/>
          <p:nvPr/>
        </p:nvSpPr>
        <p:spPr>
          <a:xfrm>
            <a:off x="1737360" y="681228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Emitir comunicados o publicar en redes sin autorización institucional.</a:t>
            </a:r>
          </a:p>
        </p:txBody>
      </p:sp>
      <p:sp>
        <p:nvSpPr>
          <p:cNvPr id="12377" name="Rounded Rectangle 12376"/>
          <p:cNvSpPr/>
          <p:nvPr/>
        </p:nvSpPr>
        <p:spPr>
          <a:xfrm>
            <a:off x="7955279" y="3017520"/>
            <a:ext cx="6858000" cy="4892040"/>
          </a:xfrm>
          <a:prstGeom prst="roundRect">
            <a:avLst>
              <a:gd name="adj" fmla="val 800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TextBox 12377"/>
          <p:cNvSpPr txBox="1"/>
          <p:nvPr/>
        </p:nvSpPr>
        <p:spPr>
          <a:xfrm>
            <a:off x="8229600" y="3154680"/>
            <a:ext cx="6309360" cy="640080"/>
          </a:xfrm>
          <a:prstGeom prst="rect">
            <a:avLst/>
          </a:prstGeom>
          <a:noFill/>
        </p:spPr>
        <p:txBody>
          <a:bodyPr wrap="square" anchor="t" lIns="73152" rIns="73152" tIns="73152" bIns="73152">
            <a:spAutoFit/>
          </a:bodyPr>
          <a:lstStyle/>
          <a:p>
            <a:pPr algn="l">
              <a:spcAft>
                <a:spcPts val="600"/>
              </a:spcAft>
            </a:pPr>
            <a:r>
              <a:rPr sz="2900" b="1" i="0">
                <a:solidFill>
                  <a:srgbClr val="008C76"/>
                </a:solidFill>
              </a:rPr>
              <a:t>Haremos</a:t>
            </a:r>
          </a:p>
        </p:txBody>
      </p:sp>
      <p:sp>
        <p:nvSpPr>
          <p:cNvPr id="12379" name="Oval 12378"/>
          <p:cNvSpPr/>
          <p:nvPr/>
        </p:nvSpPr>
        <p:spPr>
          <a:xfrm>
            <a:off x="8229600" y="400507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0" name="TextBox 12379"/>
          <p:cNvSpPr txBox="1"/>
          <p:nvPr/>
        </p:nvSpPr>
        <p:spPr>
          <a:xfrm>
            <a:off x="8778240" y="393192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Expresar resultados como frecuencia y asociación.</a:t>
            </a:r>
          </a:p>
        </p:txBody>
      </p:sp>
      <p:sp>
        <p:nvSpPr>
          <p:cNvPr id="12381" name="Oval 12380"/>
          <p:cNvSpPr/>
          <p:nvPr/>
        </p:nvSpPr>
        <p:spPr>
          <a:xfrm>
            <a:off x="8229600" y="496519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2" name="TextBox 12381"/>
          <p:cNvSpPr txBox="1"/>
          <p:nvPr/>
        </p:nvSpPr>
        <p:spPr>
          <a:xfrm>
            <a:off x="8778240" y="489204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Relacionar complicaciones con factores clínicos y con el manejo de la sangre.</a:t>
            </a:r>
          </a:p>
        </p:txBody>
      </p:sp>
      <p:sp>
        <p:nvSpPr>
          <p:cNvPr id="12383" name="Oval 12382"/>
          <p:cNvSpPr/>
          <p:nvPr/>
        </p:nvSpPr>
        <p:spPr>
          <a:xfrm>
            <a:off x="8229600" y="592531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4" name="TextBox 12383"/>
          <p:cNvSpPr txBox="1"/>
          <p:nvPr/>
        </p:nvSpPr>
        <p:spPr>
          <a:xfrm>
            <a:off x="8778240" y="585216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Usar lenguaje respetuoso: «pacientes con rechazo transfusional documentado».</a:t>
            </a:r>
          </a:p>
        </p:txBody>
      </p:sp>
      <p:sp>
        <p:nvSpPr>
          <p:cNvPr id="12385" name="Oval 12384"/>
          <p:cNvSpPr/>
          <p:nvPr/>
        </p:nvSpPr>
        <p:spPr>
          <a:xfrm>
            <a:off x="8229600" y="6885432"/>
            <a:ext cx="384048" cy="384048"/>
          </a:xfrm>
          <a:prstGeom prst="ellipse">
            <a:avLst/>
          </a:prstGeom>
          <a:solidFill>
            <a:srgbClr val="008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700" b="1" i="0">
                <a:solidFill>
                  <a:srgbClr val="FFFFFF"/>
                </a:solidFill>
              </a:rPr>
              <a:t>✓</a:t>
            </a:r>
          </a:p>
        </p:txBody>
      </p:sp>
      <p:sp>
        <p:nvSpPr>
          <p:cNvPr id="12386" name="TextBox 12385"/>
          <p:cNvSpPr txBox="1"/>
          <p:nvPr/>
        </p:nvSpPr>
        <p:spPr>
          <a:xfrm>
            <a:off x="8778240" y="6812280"/>
            <a:ext cx="5852160" cy="914400"/>
          </a:xfrm>
          <a:prstGeom prst="rect">
            <a:avLst/>
          </a:prstGeom>
          <a:noFill/>
        </p:spPr>
        <p:txBody>
          <a:bodyPr wrap="square" anchor="t" lIns="73152" rIns="73152" tIns="73152" bIns="73152">
            <a:spAutoFit/>
          </a:bodyPr>
          <a:lstStyle/>
          <a:p>
            <a:pPr algn="l">
              <a:spcAft>
                <a:spcPts val="600"/>
              </a:spcAft>
            </a:pPr>
            <a:r>
              <a:rPr sz="1900" b="0" i="0">
                <a:solidFill>
                  <a:srgbClr val="333333"/>
                </a:solidFill>
              </a:rPr>
              <a:t>Revisar antes de difundir y remitir el informe final al Comité.</a:t>
            </a:r>
          </a:p>
        </p:txBody>
      </p:sp>
      <p:sp>
        <p:nvSpPr>
          <p:cNvPr id="12387" name="TextBox 12386"/>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3.9.2, p. 43 · numeral 3.9.1, p. 43 · numeral 3.10, p. 44</a:t>
            </a:r>
          </a:p>
        </p:txBody>
      </p:sp>
    </p:spTree>
    <p:extLst>
      <p:ext uri="{BB962C8B-B14F-4D97-AF65-F5344CB8AC3E}">
        <p14:creationId xmlns:p14="http://schemas.microsoft.com/office/powerpoint/2010/main" val="3340276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OBSERVACIÓN 7 · DOCUMENTACIÓN TRANSFUSIONAL</a:t>
            </a:r>
            <a:endParaRPr lang="en-US" dirty="0"/>
          </a:p>
        </p:txBody>
      </p:sp>
      <p:sp>
        <p:nvSpPr>
          <p:cNvPr id="12366" name="Rounded Rectangle 12365"/>
          <p:cNvSpPr/>
          <p:nvPr/>
        </p:nvSpPr>
        <p:spPr>
          <a:xfrm>
            <a:off x="914400" y="1783080"/>
            <a:ext cx="13898880" cy="96012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spcAft>
                <a:spcPts val="600"/>
              </a:spcAft>
            </a:pPr>
            <a:r>
              <a:rPr sz="1900" b="1" i="0">
                <a:solidFill>
                  <a:srgbClr val="80006B"/>
                </a:solidFill>
              </a:rPr>
              <a:t>Observación del Comité: </a:t>
            </a:r>
            <a:r>
              <a:rPr sz="1900" b="0" i="1">
                <a:solidFill>
                  <a:srgbClr val="333333"/>
                </a:solidFill>
              </a:rPr>
              <a:t>«Precisar cómo se verificarán la negativa documentada, el producto sanguíneo involucrado, los cambios de voluntad y las circunstancias de cualquier transfusión registrada».</a:t>
            </a:r>
          </a:p>
        </p:txBody>
      </p:sp>
      <p:sp>
        <p:nvSpPr>
          <p:cNvPr id="12367" name="Rounded Rectangle 12366"/>
          <p:cNvSpPr/>
          <p:nvPr/>
        </p:nvSpPr>
        <p:spPr>
          <a:xfrm>
            <a:off x="914400"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68" name="Oval 12367"/>
          <p:cNvSpPr/>
          <p:nvPr/>
        </p:nvSpPr>
        <p:spPr>
          <a:xfrm>
            <a:off x="1097280"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1</a:t>
            </a:r>
          </a:p>
        </p:txBody>
      </p:sp>
      <p:sp>
        <p:nvSpPr>
          <p:cNvPr id="12369" name="TextBox 12368"/>
          <p:cNvSpPr txBox="1"/>
          <p:nvPr/>
        </p:nvSpPr>
        <p:spPr>
          <a:xfrm>
            <a:off x="1783080"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Negativa</a:t>
            </a:r>
          </a:p>
        </p:txBody>
      </p:sp>
      <p:sp>
        <p:nvSpPr>
          <p:cNvPr id="12370" name="TextBox 12369"/>
          <p:cNvSpPr txBox="1"/>
          <p:nvPr/>
        </p:nvSpPr>
        <p:spPr>
          <a:xfrm>
            <a:off x="1097280"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Tipo de documento, fecha, firma y profesional; válida solo si es escrita y previa a la cirugía.</a:t>
            </a:r>
          </a:p>
        </p:txBody>
      </p:sp>
      <p:sp>
        <p:nvSpPr>
          <p:cNvPr id="12371" name="Right Arrow 12370"/>
          <p:cNvSpPr/>
          <p:nvPr/>
        </p:nvSpPr>
        <p:spPr>
          <a:xfrm>
            <a:off x="4187952"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2" name="Rounded Rectangle 12371"/>
          <p:cNvSpPr/>
          <p:nvPr/>
        </p:nvSpPr>
        <p:spPr>
          <a:xfrm>
            <a:off x="4462272"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3" name="Oval 12372"/>
          <p:cNvSpPr/>
          <p:nvPr/>
        </p:nvSpPr>
        <p:spPr>
          <a:xfrm>
            <a:off x="4645152"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2</a:t>
            </a:r>
          </a:p>
        </p:txBody>
      </p:sp>
      <p:sp>
        <p:nvSpPr>
          <p:cNvPr id="12374" name="TextBox 12373"/>
          <p:cNvSpPr txBox="1"/>
          <p:nvPr/>
        </p:nvSpPr>
        <p:spPr>
          <a:xfrm>
            <a:off x="5330952"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Producto</a:t>
            </a:r>
          </a:p>
        </p:txBody>
      </p:sp>
      <p:sp>
        <p:nvSpPr>
          <p:cNvPr id="12375" name="TextBox 12374"/>
          <p:cNvSpPr txBox="1"/>
          <p:nvPr/>
        </p:nvSpPr>
        <p:spPr>
          <a:xfrm>
            <a:off x="4645152"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Aceptación, rechazo o ausencia de registro de cada componente, fracción y técnica autóloga.</a:t>
            </a:r>
          </a:p>
        </p:txBody>
      </p:sp>
      <p:sp>
        <p:nvSpPr>
          <p:cNvPr id="12376" name="Right Arrow 12375"/>
          <p:cNvSpPr/>
          <p:nvPr/>
        </p:nvSpPr>
        <p:spPr>
          <a:xfrm>
            <a:off x="7735823"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7" name="Rounded Rectangle 12376"/>
          <p:cNvSpPr/>
          <p:nvPr/>
        </p:nvSpPr>
        <p:spPr>
          <a:xfrm>
            <a:off x="8010144"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8" name="Oval 12377"/>
          <p:cNvSpPr/>
          <p:nvPr/>
        </p:nvSpPr>
        <p:spPr>
          <a:xfrm>
            <a:off x="8193023"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3</a:t>
            </a:r>
          </a:p>
        </p:txBody>
      </p:sp>
      <p:sp>
        <p:nvSpPr>
          <p:cNvPr id="12379" name="TextBox 12378"/>
          <p:cNvSpPr txBox="1"/>
          <p:nvPr/>
        </p:nvSpPr>
        <p:spPr>
          <a:xfrm>
            <a:off x="8878824"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Cambio de voluntad</a:t>
            </a:r>
          </a:p>
        </p:txBody>
      </p:sp>
      <p:sp>
        <p:nvSpPr>
          <p:cNvPr id="12380" name="TextBox 12379"/>
          <p:cNvSpPr txBox="1"/>
          <p:nvPr/>
        </p:nvSpPr>
        <p:spPr>
          <a:xfrm>
            <a:off x="8193023"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Fecha, fase, quién lo expresa (paciente o representante) y soporte.</a:t>
            </a:r>
          </a:p>
        </p:txBody>
      </p:sp>
      <p:sp>
        <p:nvSpPr>
          <p:cNvPr id="12381" name="Right Arrow 12380"/>
          <p:cNvSpPr/>
          <p:nvPr/>
        </p:nvSpPr>
        <p:spPr>
          <a:xfrm>
            <a:off x="11283695" y="4160520"/>
            <a:ext cx="246888" cy="365760"/>
          </a:xfrm>
          <a:prstGeom prst="rightArrow">
            <a:avLst/>
          </a:prstGeom>
          <a:solidFill>
            <a:srgbClr val="FF5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2" name="Rounded Rectangle 12381"/>
          <p:cNvSpPr/>
          <p:nvPr/>
        </p:nvSpPr>
        <p:spPr>
          <a:xfrm>
            <a:off x="11558016" y="3017520"/>
            <a:ext cx="3246120" cy="2651760"/>
          </a:xfrm>
          <a:prstGeom prst="roundRect">
            <a:avLst>
              <a:gd name="adj" fmla="val 8000"/>
            </a:avLst>
          </a:prstGeom>
          <a:solidFill>
            <a:srgbClr val="F6E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83" name="Oval 12382"/>
          <p:cNvSpPr/>
          <p:nvPr/>
        </p:nvSpPr>
        <p:spPr>
          <a:xfrm>
            <a:off x="11740896" y="3154680"/>
            <a:ext cx="548640" cy="54864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000" b="1" i="0">
                <a:solidFill>
                  <a:srgbClr val="FFFFFF"/>
                </a:solidFill>
              </a:rPr>
              <a:t>4</a:t>
            </a:r>
          </a:p>
        </p:txBody>
      </p:sp>
      <p:sp>
        <p:nvSpPr>
          <p:cNvPr id="12384" name="TextBox 12383"/>
          <p:cNvSpPr txBox="1"/>
          <p:nvPr/>
        </p:nvSpPr>
        <p:spPr>
          <a:xfrm>
            <a:off x="12426696" y="3154680"/>
            <a:ext cx="2286000" cy="548640"/>
          </a:xfrm>
          <a:prstGeom prst="rect">
            <a:avLst/>
          </a:prstGeom>
          <a:noFill/>
        </p:spPr>
        <p:txBody>
          <a:bodyPr wrap="square" anchor="ctr" lIns="73152" rIns="73152" tIns="73152" bIns="73152">
            <a:spAutoFit/>
          </a:bodyPr>
          <a:lstStyle/>
          <a:p>
            <a:pPr algn="l">
              <a:spcAft>
                <a:spcPts val="600"/>
              </a:spcAft>
            </a:pPr>
            <a:r>
              <a:rPr sz="2200" b="1" i="0">
                <a:solidFill>
                  <a:srgbClr val="80006B"/>
                </a:solidFill>
              </a:rPr>
              <a:t>Transfusión</a:t>
            </a:r>
          </a:p>
        </p:txBody>
      </p:sp>
      <p:sp>
        <p:nvSpPr>
          <p:cNvPr id="12385" name="TextBox 12384"/>
          <p:cNvSpPr txBox="1"/>
          <p:nvPr/>
        </p:nvSpPr>
        <p:spPr>
          <a:xfrm>
            <a:off x="11740896" y="3840480"/>
            <a:ext cx="2880360" cy="1783080"/>
          </a:xfrm>
          <a:prstGeom prst="rect">
            <a:avLst/>
          </a:prstGeom>
          <a:noFill/>
        </p:spPr>
        <p:txBody>
          <a:bodyPr wrap="square" anchor="t" lIns="73152" rIns="73152" tIns="73152" bIns="73152">
            <a:spAutoFit/>
          </a:bodyPr>
          <a:lstStyle/>
          <a:p>
            <a:pPr algn="l">
              <a:spcAft>
                <a:spcPts val="600"/>
              </a:spcAft>
            </a:pPr>
            <a:r>
              <a:rPr sz="1800" b="0" i="0">
                <a:solidFill>
                  <a:srgbClr val="333333"/>
                </a:solidFill>
              </a:rPr>
              <a:t>Triangulación: servicio transfusional, anestesia o enfermería y notas médicas.</a:t>
            </a:r>
          </a:p>
        </p:txBody>
      </p:sp>
      <p:sp>
        <p:nvSpPr>
          <p:cNvPr id="12386" name="TextBox 12385"/>
          <p:cNvSpPr txBox="1"/>
          <p:nvPr/>
        </p:nvSpPr>
        <p:spPr>
          <a:xfrm>
            <a:off x="914400" y="5897880"/>
            <a:ext cx="5486400" cy="457200"/>
          </a:xfrm>
          <a:prstGeom prst="rect">
            <a:avLst/>
          </a:prstGeom>
          <a:noFill/>
        </p:spPr>
        <p:txBody>
          <a:bodyPr wrap="square" anchor="t" lIns="73152" rIns="73152" tIns="73152" bIns="73152">
            <a:spAutoFit/>
          </a:bodyPr>
          <a:lstStyle/>
          <a:p>
            <a:pPr algn="l">
              <a:spcAft>
                <a:spcPts val="600"/>
              </a:spcAft>
            </a:pPr>
            <a:r>
              <a:rPr sz="2200" b="1" i="0">
                <a:solidFill>
                  <a:srgbClr val="80006B"/>
                </a:solidFill>
              </a:rPr>
              <a:t>Clasificación de la circunstancia</a:t>
            </a:r>
          </a:p>
        </p:txBody>
      </p:sp>
      <p:sp>
        <p:nvSpPr>
          <p:cNvPr id="12387" name="Rounded Rectangle 12386"/>
          <p:cNvSpPr/>
          <p:nvPr/>
        </p:nvSpPr>
        <p:spPr>
          <a:xfrm>
            <a:off x="9144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Con consentimiento o cambio de voluntad</a:t>
            </a:r>
          </a:p>
        </p:txBody>
      </p:sp>
      <p:sp>
        <p:nvSpPr>
          <p:cNvPr id="12388" name="Rounded Rectangle 12387"/>
          <p:cNvSpPr/>
          <p:nvPr/>
        </p:nvSpPr>
        <p:spPr>
          <a:xfrm>
            <a:off x="41148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Emergencia sin capacidad</a:t>
            </a:r>
          </a:p>
        </p:txBody>
      </p:sp>
      <p:sp>
        <p:nvSpPr>
          <p:cNvPr id="12389" name="Rounded Rectangle 12388"/>
          <p:cNvSpPr/>
          <p:nvPr/>
        </p:nvSpPr>
        <p:spPr>
          <a:xfrm>
            <a:off x="7315200" y="640080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Orden judicial o administrativa</a:t>
            </a:r>
          </a:p>
        </p:txBody>
      </p:sp>
      <p:sp>
        <p:nvSpPr>
          <p:cNvPr id="12390" name="Rounded Rectangle 12389"/>
          <p:cNvSpPr/>
          <p:nvPr/>
        </p:nvSpPr>
        <p:spPr>
          <a:xfrm>
            <a:off x="914400" y="7040880"/>
            <a:ext cx="3063240" cy="512064"/>
          </a:xfrm>
          <a:prstGeom prst="roundRect">
            <a:avLst>
              <a:gd name="adj" fmla="val 50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Sin circunstancia documentada</a:t>
            </a:r>
          </a:p>
        </p:txBody>
      </p:sp>
      <p:sp>
        <p:nvSpPr>
          <p:cNvPr id="12391" name="Rounded Rectangle 12390"/>
          <p:cNvSpPr/>
          <p:nvPr/>
        </p:nvSpPr>
        <p:spPr>
          <a:xfrm>
            <a:off x="4114800" y="7040880"/>
            <a:ext cx="3063240" cy="512064"/>
          </a:xfrm>
          <a:prstGeom prst="roundRect">
            <a:avLst>
              <a:gd name="adj" fmla="val 50000"/>
            </a:avLst>
          </a:prstGeom>
          <a:solidFill>
            <a:srgbClr val="A6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600"/>
              </a:spcAft>
            </a:pPr>
            <a:r>
              <a:rPr sz="1300" b="1" i="0">
                <a:solidFill>
                  <a:srgbClr val="FFFFFF"/>
                </a:solidFill>
              </a:rPr>
              <a:t>No concluyente</a:t>
            </a:r>
          </a:p>
        </p:txBody>
      </p:sp>
      <p:sp>
        <p:nvSpPr>
          <p:cNvPr id="12392" name="Rounded Rectangle 12391"/>
          <p:cNvSpPr/>
          <p:nvPr/>
        </p:nvSpPr>
        <p:spPr>
          <a:xfrm>
            <a:off x="10744200" y="5897880"/>
            <a:ext cx="4069080" cy="2057400"/>
          </a:xfrm>
          <a:prstGeom prst="roundRect">
            <a:avLst>
              <a:gd name="adj" fmla="val 8000"/>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93" name="TextBox 12392"/>
          <p:cNvSpPr txBox="1"/>
          <p:nvPr/>
        </p:nvSpPr>
        <p:spPr>
          <a:xfrm>
            <a:off x="10927080" y="5989320"/>
            <a:ext cx="3749039" cy="1920240"/>
          </a:xfrm>
          <a:prstGeom prst="rect">
            <a:avLst/>
          </a:prstGeom>
          <a:noFill/>
        </p:spPr>
        <p:txBody>
          <a:bodyPr wrap="square" anchor="t" lIns="73152" rIns="73152" tIns="73152" bIns="73152">
            <a:spAutoFit/>
          </a:bodyPr>
          <a:lstStyle/>
          <a:p>
            <a:pPr algn="l">
              <a:spcAft>
                <a:spcPts val="600"/>
              </a:spcAft>
            </a:pPr>
            <a:r>
              <a:rPr sz="4100" b="1" i="0">
                <a:solidFill>
                  <a:srgbClr val="FFFFFF"/>
                </a:solidFill>
              </a:rPr>
              <a:t>100 %</a:t>
            </a:r>
          </a:p>
          <a:p>
            <a:pPr algn="l">
              <a:spcAft>
                <a:spcPts val="600"/>
              </a:spcAft>
            </a:pPr>
            <a:r>
              <a:rPr sz="1700" b="0" i="0">
                <a:solidFill>
                  <a:srgbClr val="FFFFFF"/>
                </a:solidFill>
              </a:rPr>
              <a:t>doble revisión independiente. Sin juicio de legalidad ni de responsabilidad; datos solo agregados.</a:t>
            </a:r>
          </a:p>
        </p:txBody>
      </p:sp>
      <p:sp>
        <p:nvSpPr>
          <p:cNvPr id="12394" name="TextBox 12393"/>
          <p:cNvSpPr txBox="1"/>
          <p:nvPr/>
        </p:nvSpPr>
        <p:spPr>
          <a:xfrm>
            <a:off x="914400" y="8183879"/>
            <a:ext cx="13898880" cy="411480"/>
          </a:xfrm>
          <a:prstGeom prst="rect">
            <a:avLst/>
          </a:prstGeom>
          <a:noFill/>
        </p:spPr>
        <p:txBody>
          <a:bodyPr wrap="square" anchor="t" lIns="73152" rIns="73152" tIns="73152" bIns="73152">
            <a:spAutoFit/>
          </a:bodyPr>
          <a:lstStyle/>
          <a:p>
            <a:pPr algn="l">
              <a:spcAft>
                <a:spcPts val="600"/>
              </a:spcAft>
            </a:pPr>
            <a:r>
              <a:rPr sz="1800" b="1" i="0">
                <a:solidFill>
                  <a:srgbClr val="80006B"/>
                </a:solidFill>
              </a:rPr>
              <a:t>Ubicación en el protocolo v2.0: </a:t>
            </a:r>
            <a:r>
              <a:rPr sz="1800" b="0" i="0">
                <a:solidFill>
                  <a:srgbClr val="6B6B6B"/>
                </a:solidFill>
              </a:rPr>
              <a:t>numeral 3.5, pp. 32–33 · Tabla 3, p. 38 · numeral 3.9, p. 41</a:t>
            </a:r>
          </a:p>
        </p:txBody>
      </p:sp>
    </p:spTree>
    <p:extLst>
      <p:ext uri="{BB962C8B-B14F-4D97-AF65-F5344CB8AC3E}">
        <p14:creationId xmlns:p14="http://schemas.microsoft.com/office/powerpoint/2010/main" val="3340276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SÍNTESIS DE LA RESPUESTA</a:t>
            </a:r>
            <a:endParaRPr lang="en-US" dirty="0"/>
          </a:p>
        </p:txBody>
      </p:sp>
      <p:graphicFrame>
        <p:nvGraphicFramePr>
          <p:cNvPr id="12366" name="Table 12365"/>
          <p:cNvGraphicFramePr>
            <a:graphicFrameLocks noGrp="1"/>
          </p:cNvGraphicFramePr>
          <p:nvPr/>
        </p:nvGraphicFramePr>
        <p:xfrm>
          <a:off x="914400" y="1874519"/>
          <a:ext cx="13898880" cy="5998464"/>
        </p:xfrm>
        <a:graphic>
          <a:graphicData uri="http://schemas.openxmlformats.org/drawingml/2006/table">
            <a:tbl>
              <a:tblPr firstRow="1" bandRow="1">
                <a:tableStyleId>{5C22544A-7EE6-4342-B048-85BDC9FD1C3A}</a:tableStyleId>
              </a:tblPr>
              <a:tblGrid>
                <a:gridCol w="731520"/>
                <a:gridCol w="3383280"/>
                <a:gridCol w="2651760"/>
                <a:gridCol w="5394960"/>
                <a:gridCol w="1737360"/>
              </a:tblGrid>
              <a:tr h="749808">
                <a:tc>
                  <a:txBody>
                    <a:bodyPr wrap="square"/>
                    <a:lstStyle/>
                    <a:p>
                      <a:r>
                        <a:rPr sz="1900" b="1">
                          <a:solidFill>
                            <a:srgbClr val="FFFFFF"/>
                          </a:solidFill>
                        </a:rPr>
                        <a:t>N.º</a:t>
                      </a:r>
                    </a:p>
                  </a:txBody>
                  <a:tcPr marL="91440" marR="91440" marT="45720" marB="45720">
                    <a:solidFill>
                      <a:srgbClr val="80006B"/>
                    </a:solidFill>
                  </a:tcPr>
                </a:tc>
                <a:tc>
                  <a:txBody>
                    <a:bodyPr wrap="square"/>
                    <a:lstStyle/>
                    <a:p>
                      <a:r>
                        <a:rPr sz="1900" b="1">
                          <a:solidFill>
                            <a:srgbClr val="FFFFFF"/>
                          </a:solidFill>
                        </a:rPr>
                        <a:t>Observación</a:t>
                      </a:r>
                    </a:p>
                  </a:txBody>
                  <a:tcPr marL="91440" marR="91440" marT="45720" marB="45720">
                    <a:solidFill>
                      <a:srgbClr val="80006B"/>
                    </a:solidFill>
                  </a:tcPr>
                </a:tc>
                <a:tc>
                  <a:txBody>
                    <a:bodyPr wrap="square"/>
                    <a:lstStyle/>
                    <a:p>
                      <a:r>
                        <a:rPr sz="1900" b="1">
                          <a:solidFill>
                            <a:srgbClr val="FFFFFF"/>
                          </a:solidFill>
                        </a:rPr>
                        <a:t>Respuesta</a:t>
                      </a:r>
                    </a:p>
                  </a:txBody>
                  <a:tcPr marL="91440" marR="91440" marT="45720" marB="45720">
                    <a:solidFill>
                      <a:srgbClr val="80006B"/>
                    </a:solidFill>
                  </a:tcPr>
                </a:tc>
                <a:tc>
                  <a:txBody>
                    <a:bodyPr wrap="square"/>
                    <a:lstStyle/>
                    <a:p>
                      <a:r>
                        <a:rPr sz="1900" b="1">
                          <a:solidFill>
                            <a:srgbClr val="FFFFFF"/>
                          </a:solidFill>
                        </a:rPr>
                        <a:t>Ajuste principal</a:t>
                      </a:r>
                    </a:p>
                  </a:txBody>
                  <a:tcPr marL="91440" marR="91440" marT="45720" marB="45720">
                    <a:solidFill>
                      <a:srgbClr val="80006B"/>
                    </a:solidFill>
                  </a:tcPr>
                </a:tc>
                <a:tc>
                  <a:txBody>
                    <a:bodyPr wrap="square"/>
                    <a:lstStyle/>
                    <a:p>
                      <a:r>
                        <a:rPr sz="1900" b="1">
                          <a:solidFill>
                            <a:srgbClr val="FFFFFF"/>
                          </a:solidFill>
                        </a:rPr>
                        <a:t>Páginas</a:t>
                      </a:r>
                    </a:p>
                  </a:txBody>
                  <a:tcPr marL="91440" marR="91440" marT="45720" marB="45720">
                    <a:solidFill>
                      <a:srgbClr val="80006B"/>
                    </a:solidFill>
                  </a:tcPr>
                </a:tc>
              </a:tr>
              <a:tr h="749808">
                <a:tc>
                  <a:txBody>
                    <a:bodyPr wrap="square"/>
                    <a:lstStyle/>
                    <a:p>
                      <a:r>
                        <a:rPr sz="1900" b="0">
                          <a:solidFill>
                            <a:srgbClr val="333333"/>
                          </a:solidFill>
                        </a:rPr>
                        <a:t>1</a:t>
                      </a:r>
                    </a:p>
                  </a:txBody>
                  <a:tcPr marL="91440" marR="91440" marT="45720" marB="45720">
                    <a:solidFill>
                      <a:srgbClr val="FFFFFF"/>
                    </a:solidFill>
                  </a:tcPr>
                </a:tc>
                <a:tc>
                  <a:txBody>
                    <a:bodyPr wrap="square"/>
                    <a:lstStyle/>
                    <a:p>
                      <a:r>
                        <a:rPr sz="1900" b="0">
                          <a:solidFill>
                            <a:srgbClr val="333333"/>
                          </a:solidFill>
                        </a:rPr>
                        <a:t>Población</a:t>
                      </a:r>
                    </a:p>
                  </a:txBody>
                  <a:tcPr marL="91440" marR="91440" marT="45720" marB="45720">
                    <a:solidFill>
                      <a:srgbClr val="FFFFFF"/>
                    </a:solidFill>
                  </a:tcPr>
                </a:tc>
                <a:tc>
                  <a:txBody>
                    <a:bodyPr wrap="square"/>
                    <a:lstStyle/>
                    <a:p>
                      <a:r>
                        <a:rPr sz="1900" b="0">
                          <a:solidFill>
                            <a:srgbClr val="333333"/>
                          </a:solidFill>
                        </a:rPr>
                        <a:t>Se sustenta</a:t>
                      </a:r>
                    </a:p>
                  </a:txBody>
                  <a:tcPr marL="91440" marR="91440" marT="45720" marB="45720">
                    <a:solidFill>
                      <a:srgbClr val="FFFFFF"/>
                    </a:solidFill>
                  </a:tcPr>
                </a:tc>
                <a:tc>
                  <a:txBody>
                    <a:bodyPr wrap="square"/>
                    <a:lstStyle/>
                    <a:p>
                      <a:r>
                        <a:rPr sz="1900" b="0">
                          <a:solidFill>
                            <a:srgbClr val="333333"/>
                          </a:solidFill>
                        </a:rPr>
                        <a:t>Fundamentación y precedentes con aval ético</a:t>
                      </a:r>
                    </a:p>
                  </a:txBody>
                  <a:tcPr marL="91440" marR="91440" marT="45720" marB="45720">
                    <a:solidFill>
                      <a:srgbClr val="FFFFFF"/>
                    </a:solidFill>
                  </a:tcPr>
                </a:tc>
                <a:tc>
                  <a:txBody>
                    <a:bodyPr wrap="square"/>
                    <a:lstStyle/>
                    <a:p>
                      <a:r>
                        <a:rPr sz="1900" b="0">
                          <a:solidFill>
                            <a:srgbClr val="333333"/>
                          </a:solidFill>
                        </a:rPr>
                        <a:t>11–12, 24–25</a:t>
                      </a:r>
                    </a:p>
                  </a:txBody>
                  <a:tcPr marL="91440" marR="91440" marT="45720" marB="45720">
                    <a:solidFill>
                      <a:srgbClr val="FFFFFF"/>
                    </a:solidFill>
                  </a:tcPr>
                </a:tc>
              </a:tr>
              <a:tr h="749808">
                <a:tc>
                  <a:txBody>
                    <a:bodyPr wrap="square"/>
                    <a:lstStyle/>
                    <a:p>
                      <a:r>
                        <a:rPr sz="1900" b="0">
                          <a:solidFill>
                            <a:srgbClr val="333333"/>
                          </a:solidFill>
                        </a:rPr>
                        <a:t>2</a:t>
                      </a:r>
                    </a:p>
                  </a:txBody>
                  <a:tcPr marL="91440" marR="91440" marT="45720" marB="45720">
                    <a:solidFill>
                      <a:srgbClr val="F6EAF4"/>
                    </a:solidFill>
                  </a:tcPr>
                </a:tc>
                <a:tc>
                  <a:txBody>
                    <a:bodyPr wrap="square"/>
                    <a:lstStyle/>
                    <a:p>
                      <a:r>
                        <a:rPr sz="1900" b="0">
                          <a:solidFill>
                            <a:srgbClr val="333333"/>
                          </a:solidFill>
                        </a:rPr>
                        <a:t>Coherencia</a:t>
                      </a:r>
                    </a:p>
                  </a:txBody>
                  <a:tcPr marL="91440" marR="91440" marT="45720" marB="45720">
                    <a:solidFill>
                      <a:srgbClr val="F6EAF4"/>
                    </a:solidFill>
                  </a:tcPr>
                </a:tc>
                <a:tc>
                  <a:txBody>
                    <a:bodyPr wrap="square"/>
                    <a:lstStyle/>
                    <a:p>
                      <a:r>
                        <a:rPr sz="1900" b="0">
                          <a:solidFill>
                            <a:srgbClr val="333333"/>
                          </a:solidFill>
                        </a:rPr>
                        <a:t>Se sustenta y precisa</a:t>
                      </a:r>
                    </a:p>
                  </a:txBody>
                  <a:tcPr marL="91440" marR="91440" marT="45720" marB="45720">
                    <a:solidFill>
                      <a:srgbClr val="F6EAF4"/>
                    </a:solidFill>
                  </a:tcPr>
                </a:tc>
                <a:tc>
                  <a:txBody>
                    <a:bodyPr wrap="square"/>
                    <a:lstStyle/>
                    <a:p>
                      <a:r>
                        <a:rPr sz="1900" b="0">
                          <a:solidFill>
                            <a:srgbClr val="333333"/>
                          </a:solidFill>
                        </a:rPr>
                        <a:t>Identidad religiosa ≠ decisión clínica; criterios 2 y 4</a:t>
                      </a:r>
                    </a:p>
                  </a:txBody>
                  <a:tcPr marL="91440" marR="91440" marT="45720" marB="45720">
                    <a:solidFill>
                      <a:srgbClr val="F6EAF4"/>
                    </a:solidFill>
                  </a:tcPr>
                </a:tc>
                <a:tc>
                  <a:txBody>
                    <a:bodyPr wrap="square"/>
                    <a:lstStyle/>
                    <a:p>
                      <a:r>
                        <a:rPr sz="1900" b="0">
                          <a:solidFill>
                            <a:srgbClr val="333333"/>
                          </a:solidFill>
                        </a:rPr>
                        <a:t>28–30</a:t>
                      </a:r>
                    </a:p>
                  </a:txBody>
                  <a:tcPr marL="91440" marR="91440" marT="45720" marB="45720">
                    <a:solidFill>
                      <a:srgbClr val="F6EAF4"/>
                    </a:solidFill>
                  </a:tcPr>
                </a:tc>
              </a:tr>
              <a:tr h="749808">
                <a:tc>
                  <a:txBody>
                    <a:bodyPr wrap="square"/>
                    <a:lstStyle/>
                    <a:p>
                      <a:r>
                        <a:rPr sz="1900" b="0">
                          <a:solidFill>
                            <a:srgbClr val="333333"/>
                          </a:solidFill>
                        </a:rPr>
                        <a:t>3</a:t>
                      </a:r>
                    </a:p>
                  </a:txBody>
                  <a:tcPr marL="91440" marR="91440" marT="45720" marB="45720">
                    <a:solidFill>
                      <a:srgbClr val="FFFFFF"/>
                    </a:solidFill>
                  </a:tcPr>
                </a:tc>
                <a:tc>
                  <a:txBody>
                    <a:bodyPr wrap="square"/>
                    <a:lstStyle/>
                    <a:p>
                      <a:r>
                        <a:rPr sz="1900" b="0">
                          <a:solidFill>
                            <a:srgbClr val="333333"/>
                          </a:solidFill>
                        </a:rPr>
                        <a:t>Contexto 2026</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Cambios de marzo y septiembre; validez temporal</a:t>
                      </a:r>
                    </a:p>
                  </a:txBody>
                  <a:tcPr marL="91440" marR="91440" marT="45720" marB="45720">
                    <a:solidFill>
                      <a:srgbClr val="FFFFFF"/>
                    </a:solidFill>
                  </a:tcPr>
                </a:tc>
                <a:tc>
                  <a:txBody>
                    <a:bodyPr wrap="square"/>
                    <a:lstStyle/>
                    <a:p>
                      <a:r>
                        <a:rPr sz="1900" b="0">
                          <a:solidFill>
                            <a:srgbClr val="333333"/>
                          </a:solidFill>
                        </a:rPr>
                        <a:t>6, 18, 35</a:t>
                      </a:r>
                    </a:p>
                  </a:txBody>
                  <a:tcPr marL="91440" marR="91440" marT="45720" marB="45720">
                    <a:solidFill>
                      <a:srgbClr val="FFFFFF"/>
                    </a:solidFill>
                  </a:tcPr>
                </a:tc>
              </a:tr>
              <a:tr h="749808">
                <a:tc>
                  <a:txBody>
                    <a:bodyPr wrap="square"/>
                    <a:lstStyle/>
                    <a:p>
                      <a:r>
                        <a:rPr sz="1900" b="0">
                          <a:solidFill>
                            <a:srgbClr val="333333"/>
                          </a:solidFill>
                        </a:rPr>
                        <a:t>4</a:t>
                      </a:r>
                    </a:p>
                  </a:txBody>
                  <a:tcPr marL="91440" marR="91440" marT="45720" marB="45720">
                    <a:solidFill>
                      <a:srgbClr val="F6EAF4"/>
                    </a:solidFill>
                  </a:tcPr>
                </a:tc>
                <a:tc>
                  <a:txBody>
                    <a:bodyPr wrap="square"/>
                    <a:lstStyle/>
                    <a:p>
                      <a:r>
                        <a:rPr sz="1900" b="0">
                          <a:solidFill>
                            <a:srgbClr val="333333"/>
                          </a:solidFill>
                        </a:rPr>
                        <a:t>Riesgo y consentimiento</a:t>
                      </a:r>
                    </a:p>
                  </a:txBody>
                  <a:tcPr marL="91440" marR="91440" marT="45720" marB="45720">
                    <a:solidFill>
                      <a:srgbClr val="F6EAF4"/>
                    </a:solidFill>
                  </a:tcPr>
                </a:tc>
                <a:tc>
                  <a:txBody>
                    <a:bodyPr wrap="square"/>
                    <a:lstStyle/>
                    <a:p>
                      <a:r>
                        <a:rPr sz="1900" b="0">
                          <a:solidFill>
                            <a:srgbClr val="333333"/>
                          </a:solidFill>
                        </a:rPr>
                        <a:t>Se acoge y sustenta</a:t>
                      </a:r>
                    </a:p>
                  </a:txBody>
                  <a:tcPr marL="91440" marR="91440" marT="45720" marB="45720">
                    <a:solidFill>
                      <a:srgbClr val="F6EAF4"/>
                    </a:solidFill>
                  </a:tcPr>
                </a:tc>
                <a:tc>
                  <a:txBody>
                    <a:bodyPr wrap="square"/>
                    <a:lstStyle/>
                    <a:p>
                      <a:r>
                        <a:rPr sz="1900" b="0">
                          <a:solidFill>
                            <a:srgbClr val="333333"/>
                          </a:solidFill>
                        </a:rPr>
                        <a:t>Supuestos del art. 11; cinco condiciones de dispensa</a:t>
                      </a:r>
                    </a:p>
                  </a:txBody>
                  <a:tcPr marL="91440" marR="91440" marT="45720" marB="45720">
                    <a:solidFill>
                      <a:srgbClr val="F6EAF4"/>
                    </a:solidFill>
                  </a:tcPr>
                </a:tc>
                <a:tc>
                  <a:txBody>
                    <a:bodyPr wrap="square"/>
                    <a:lstStyle/>
                    <a:p>
                      <a:r>
                        <a:rPr sz="1900" b="0">
                          <a:solidFill>
                            <a:srgbClr val="333333"/>
                          </a:solidFill>
                        </a:rPr>
                        <a:t>40–41</a:t>
                      </a:r>
                    </a:p>
                  </a:txBody>
                  <a:tcPr marL="91440" marR="91440" marT="45720" marB="45720">
                    <a:solidFill>
                      <a:srgbClr val="F6EAF4"/>
                    </a:solidFill>
                  </a:tcPr>
                </a:tc>
              </a:tr>
              <a:tr h="749808">
                <a:tc>
                  <a:txBody>
                    <a:bodyPr wrap="square"/>
                    <a:lstStyle/>
                    <a:p>
                      <a:r>
                        <a:rPr sz="1900" b="0">
                          <a:solidFill>
                            <a:srgbClr val="333333"/>
                          </a:solidFill>
                        </a:rPr>
                        <a:t>5</a:t>
                      </a:r>
                    </a:p>
                  </a:txBody>
                  <a:tcPr marL="91440" marR="91440" marT="45720" marB="45720">
                    <a:solidFill>
                      <a:srgbClr val="FFFFFF"/>
                    </a:solidFill>
                  </a:tcPr>
                </a:tc>
                <a:tc>
                  <a:txBody>
                    <a:bodyPr wrap="square"/>
                    <a:lstStyle/>
                    <a:p>
                      <a:r>
                        <a:rPr sz="1900" b="0">
                          <a:solidFill>
                            <a:srgbClr val="333333"/>
                          </a:solidFill>
                        </a:rPr>
                        <a:t>Datos sensibles</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Plan de protección de datos (num. 3.9.1)</a:t>
                      </a:r>
                    </a:p>
                  </a:txBody>
                  <a:tcPr marL="91440" marR="91440" marT="45720" marB="45720">
                    <a:solidFill>
                      <a:srgbClr val="FFFFFF"/>
                    </a:solidFill>
                  </a:tcPr>
                </a:tc>
                <a:tc>
                  <a:txBody>
                    <a:bodyPr wrap="square"/>
                    <a:lstStyle/>
                    <a:p>
                      <a:r>
                        <a:rPr sz="1900" b="0">
                          <a:solidFill>
                            <a:srgbClr val="333333"/>
                          </a:solidFill>
                        </a:rPr>
                        <a:t>42–43</a:t>
                      </a:r>
                    </a:p>
                  </a:txBody>
                  <a:tcPr marL="91440" marR="91440" marT="45720" marB="45720">
                    <a:solidFill>
                      <a:srgbClr val="FFFFFF"/>
                    </a:solidFill>
                  </a:tcPr>
                </a:tc>
              </a:tr>
              <a:tr h="749808">
                <a:tc>
                  <a:txBody>
                    <a:bodyPr wrap="square"/>
                    <a:lstStyle/>
                    <a:p>
                      <a:r>
                        <a:rPr sz="1900" b="0">
                          <a:solidFill>
                            <a:srgbClr val="333333"/>
                          </a:solidFill>
                        </a:rPr>
                        <a:t>6</a:t>
                      </a:r>
                    </a:p>
                  </a:txBody>
                  <a:tcPr marL="91440" marR="91440" marT="45720" marB="45720">
                    <a:solidFill>
                      <a:srgbClr val="F6EAF4"/>
                    </a:solidFill>
                  </a:tcPr>
                </a:tc>
                <a:tc>
                  <a:txBody>
                    <a:bodyPr wrap="square"/>
                    <a:lstStyle/>
                    <a:p>
                      <a:r>
                        <a:rPr sz="1900" b="0">
                          <a:solidFill>
                            <a:srgbClr val="333333"/>
                          </a:solidFill>
                        </a:rPr>
                        <a:t>Interpretación y publicación</a:t>
                      </a:r>
                    </a:p>
                  </a:txBody>
                  <a:tcPr marL="91440" marR="91440" marT="45720" marB="45720">
                    <a:solidFill>
                      <a:srgbClr val="F6EAF4"/>
                    </a:solidFill>
                  </a:tcPr>
                </a:tc>
                <a:tc>
                  <a:txBody>
                    <a:bodyPr wrap="square"/>
                    <a:lstStyle/>
                    <a:p>
                      <a:r>
                        <a:rPr sz="1900" b="0">
                          <a:solidFill>
                            <a:srgbClr val="333333"/>
                          </a:solidFill>
                        </a:rPr>
                        <a:t>Se acoge</a:t>
                      </a:r>
                    </a:p>
                  </a:txBody>
                  <a:tcPr marL="91440" marR="91440" marT="45720" marB="45720">
                    <a:solidFill>
                      <a:srgbClr val="F6EAF4"/>
                    </a:solidFill>
                  </a:tcPr>
                </a:tc>
                <a:tc>
                  <a:txBody>
                    <a:bodyPr wrap="square"/>
                    <a:lstStyle/>
                    <a:p>
                      <a:r>
                        <a:rPr sz="1900" b="0">
                          <a:solidFill>
                            <a:srgbClr val="333333"/>
                          </a:solidFill>
                        </a:rPr>
                        <a:t>Reglas de interpretación y difusión (num. 3.9.2)</a:t>
                      </a:r>
                    </a:p>
                  </a:txBody>
                  <a:tcPr marL="91440" marR="91440" marT="45720" marB="45720">
                    <a:solidFill>
                      <a:srgbClr val="F6EAF4"/>
                    </a:solidFill>
                  </a:tcPr>
                </a:tc>
                <a:tc>
                  <a:txBody>
                    <a:bodyPr wrap="square"/>
                    <a:lstStyle/>
                    <a:p>
                      <a:r>
                        <a:rPr sz="1900" b="0">
                          <a:solidFill>
                            <a:srgbClr val="333333"/>
                          </a:solidFill>
                        </a:rPr>
                        <a:t>43–44</a:t>
                      </a:r>
                    </a:p>
                  </a:txBody>
                  <a:tcPr marL="91440" marR="91440" marT="45720" marB="45720">
                    <a:solidFill>
                      <a:srgbClr val="F6EAF4"/>
                    </a:solidFill>
                  </a:tcPr>
                </a:tc>
              </a:tr>
              <a:tr h="749808">
                <a:tc>
                  <a:txBody>
                    <a:bodyPr wrap="square"/>
                    <a:lstStyle/>
                    <a:p>
                      <a:r>
                        <a:rPr sz="1900" b="0">
                          <a:solidFill>
                            <a:srgbClr val="333333"/>
                          </a:solidFill>
                        </a:rPr>
                        <a:t>7</a:t>
                      </a:r>
                    </a:p>
                  </a:txBody>
                  <a:tcPr marL="91440" marR="91440" marT="45720" marB="45720">
                    <a:solidFill>
                      <a:srgbClr val="FFFFFF"/>
                    </a:solidFill>
                  </a:tcPr>
                </a:tc>
                <a:tc>
                  <a:txBody>
                    <a:bodyPr wrap="square"/>
                    <a:lstStyle/>
                    <a:p>
                      <a:r>
                        <a:rPr sz="1900" b="0">
                          <a:solidFill>
                            <a:srgbClr val="333333"/>
                          </a:solidFill>
                        </a:rPr>
                        <a:t>Documentación transfusional</a:t>
                      </a:r>
                    </a:p>
                  </a:txBody>
                  <a:tcPr marL="91440" marR="91440" marT="45720" marB="45720">
                    <a:solidFill>
                      <a:srgbClr val="FFFFFF"/>
                    </a:solidFill>
                  </a:tcPr>
                </a:tc>
                <a:tc>
                  <a:txBody>
                    <a:bodyPr wrap="square"/>
                    <a:lstStyle/>
                    <a:p>
                      <a:r>
                        <a:rPr sz="1900" b="0">
                          <a:solidFill>
                            <a:srgbClr val="333333"/>
                          </a:solidFill>
                        </a:rPr>
                        <a:t>Se acoge</a:t>
                      </a:r>
                    </a:p>
                  </a:txBody>
                  <a:tcPr marL="91440" marR="91440" marT="45720" marB="45720">
                    <a:solidFill>
                      <a:srgbClr val="FFFFFF"/>
                    </a:solidFill>
                  </a:tcPr>
                </a:tc>
                <a:tc>
                  <a:txBody>
                    <a:bodyPr wrap="square"/>
                    <a:lstStyle/>
                    <a:p>
                      <a:r>
                        <a:rPr sz="1900" b="0">
                          <a:solidFill>
                            <a:srgbClr val="333333"/>
                          </a:solidFill>
                        </a:rPr>
                        <a:t>Doble verificación, triangulación y 3 variables nuevas</a:t>
                      </a:r>
                    </a:p>
                  </a:txBody>
                  <a:tcPr marL="91440" marR="91440" marT="45720" marB="45720">
                    <a:solidFill>
                      <a:srgbClr val="FFFFFF"/>
                    </a:solidFill>
                  </a:tcPr>
                </a:tc>
                <a:tc>
                  <a:txBody>
                    <a:bodyPr wrap="square"/>
                    <a:lstStyle/>
                    <a:p>
                      <a:r>
                        <a:rPr sz="1900" b="0">
                          <a:solidFill>
                            <a:srgbClr val="333333"/>
                          </a:solidFill>
                        </a:rPr>
                        <a:t>32–33, 38</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3402767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6AE9AC75-EF44-8065-459B-0BDA8CD07F0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1" imgH="420" progId="TCLayout.ActiveDocument.1">
                  <p:embed/>
                </p:oleObj>
              </mc:Choice>
              <mc:Fallback>
                <p:oleObj name="think-cell Slide" r:id="rId3" imgW="421" imgH="420" progId="TCLayout.ActiveDocument.1">
                  <p:embed/>
                  <p:pic>
                    <p:nvPicPr>
                      <p:cNvPr id="4" name="Object 3" hidden="1">
                        <a:extLst>
                          <a:ext uri="{FF2B5EF4-FFF2-40B4-BE49-F238E27FC236}">
                            <a16:creationId xmlns:a16="http://schemas.microsoft.com/office/drawing/2014/main" id="{6AE9AC75-EF44-8065-459B-0BDA8CD07F0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365" name="Imagen 1">
            <a:extLst>
              <a:ext uri="{FF2B5EF4-FFF2-40B4-BE49-F238E27FC236}">
                <a16:creationId xmlns:a16="http://schemas.microsoft.com/office/drawing/2014/main" id="{C158F582-2391-495D-87E2-42B4317885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0544" y="9129252"/>
            <a:ext cx="1581150" cy="735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ítulo 4">
            <a:extLst>
              <a:ext uri="{FF2B5EF4-FFF2-40B4-BE49-F238E27FC236}">
                <a16:creationId xmlns:a16="http://schemas.microsoft.com/office/drawing/2014/main" id="{F140C179-79CB-81C5-6128-969F9ABA6BAF}"/>
              </a:ext>
            </a:extLst>
          </p:cNvPr>
          <p:cNvSpPr>
            <a:spLocks noGrp="1"/>
          </p:cNvSpPr>
          <p:nvPr>
            <p:ph type="title"/>
          </p:nvPr>
        </p:nvSpPr>
        <p:spPr/>
        <p:txBody>
          <a:bodyPr/>
          <a:lstStyle/>
          <a:p>
            <a:r>
              <a:rPr lang="es-ES" dirty="0" sz="3200"/>
              <a:t>COMPROMISOS DEL EQUIPO INVESTIGADOR</a:t>
            </a:r>
            <a:endParaRPr lang="en-US" dirty="0"/>
          </a:p>
        </p:txBody>
      </p:sp>
      <p:sp>
        <p:nvSpPr>
          <p:cNvPr id="12366" name="Oval 12365"/>
          <p:cNvSpPr/>
          <p:nvPr/>
        </p:nvSpPr>
        <p:spPr>
          <a:xfrm>
            <a:off x="914400" y="1874519"/>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1</a:t>
            </a:r>
          </a:p>
        </p:txBody>
      </p:sp>
      <p:sp>
        <p:nvSpPr>
          <p:cNvPr id="12367" name="TextBox 12366"/>
          <p:cNvSpPr txBox="1"/>
          <p:nvPr/>
        </p:nvSpPr>
        <p:spPr>
          <a:xfrm>
            <a:off x="1828800" y="1874519"/>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No revisar historias clínicas antes del aval del Comité y de la autorización institucional.</a:t>
            </a:r>
          </a:p>
        </p:txBody>
      </p:sp>
      <p:sp>
        <p:nvSpPr>
          <p:cNvPr id="12368" name="Oval 12367"/>
          <p:cNvSpPr/>
          <p:nvPr/>
        </p:nvSpPr>
        <p:spPr>
          <a:xfrm>
            <a:off x="914400" y="2898648"/>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2</a:t>
            </a:r>
          </a:p>
        </p:txBody>
      </p:sp>
      <p:sp>
        <p:nvSpPr>
          <p:cNvPr id="12369" name="TextBox 12368"/>
          <p:cNvSpPr txBox="1"/>
          <p:nvPr/>
        </p:nvSpPr>
        <p:spPr>
          <a:xfrm>
            <a:off x="1828800" y="2898648"/>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Someter al Comité cualquier enmienda antes de aplicarla.</a:t>
            </a:r>
          </a:p>
        </p:txBody>
      </p:sp>
      <p:sp>
        <p:nvSpPr>
          <p:cNvPr id="12370" name="Oval 12369"/>
          <p:cNvSpPr/>
          <p:nvPr/>
        </p:nvSpPr>
        <p:spPr>
          <a:xfrm>
            <a:off x="914400" y="3922776"/>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3</a:t>
            </a:r>
          </a:p>
        </p:txBody>
      </p:sp>
      <p:sp>
        <p:nvSpPr>
          <p:cNvPr id="12371" name="TextBox 12370"/>
          <p:cNvSpPr txBox="1"/>
          <p:nvPr/>
        </p:nvSpPr>
        <p:spPr>
          <a:xfrm>
            <a:off x="1828800" y="3922776"/>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Notificar cualquier incidente de seguridad de la información en 24 horas.</a:t>
            </a:r>
          </a:p>
        </p:txBody>
      </p:sp>
      <p:sp>
        <p:nvSpPr>
          <p:cNvPr id="12372" name="Oval 12371"/>
          <p:cNvSpPr/>
          <p:nvPr/>
        </p:nvSpPr>
        <p:spPr>
          <a:xfrm>
            <a:off x="914400" y="4946904"/>
            <a:ext cx="685800" cy="685800"/>
          </a:xfrm>
          <a:prstGeom prst="ellipse">
            <a:avLst/>
          </a:prstGeom>
          <a:solidFill>
            <a:srgbClr val="8000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2400" b="1" i="0">
                <a:solidFill>
                  <a:srgbClr val="FFFFFF"/>
                </a:solidFill>
              </a:rPr>
              <a:t>4</a:t>
            </a:r>
          </a:p>
        </p:txBody>
      </p:sp>
      <p:sp>
        <p:nvSpPr>
          <p:cNvPr id="12373" name="TextBox 12372"/>
          <p:cNvSpPr txBox="1"/>
          <p:nvPr/>
        </p:nvSpPr>
        <p:spPr>
          <a:xfrm>
            <a:off x="1828800" y="4946904"/>
            <a:ext cx="8138160" cy="731520"/>
          </a:xfrm>
          <a:prstGeom prst="rect">
            <a:avLst/>
          </a:prstGeom>
          <a:noFill/>
        </p:spPr>
        <p:txBody>
          <a:bodyPr wrap="square" anchor="ctr" lIns="73152" rIns="73152" tIns="73152" bIns="73152">
            <a:spAutoFit/>
          </a:bodyPr>
          <a:lstStyle/>
          <a:p>
            <a:pPr algn="l">
              <a:spcAft>
                <a:spcPts val="600"/>
              </a:spcAft>
            </a:pPr>
            <a:r>
              <a:rPr sz="2300" b="0" i="0">
                <a:solidFill>
                  <a:srgbClr val="333333"/>
                </a:solidFill>
              </a:rPr>
              <a:t>Atender aclaraciones adicionales y sustentar el protocolo cuando el Comité lo requiera.</a:t>
            </a:r>
          </a:p>
        </p:txBody>
      </p:sp>
      <p:sp>
        <p:nvSpPr>
          <p:cNvPr id="12374" name="Rounded Rectangle 12373"/>
          <p:cNvSpPr/>
          <p:nvPr/>
        </p:nvSpPr>
        <p:spPr>
          <a:xfrm>
            <a:off x="10332720" y="1874519"/>
            <a:ext cx="4480560" cy="4937760"/>
          </a:xfrm>
          <a:prstGeom prst="roundRect">
            <a:avLst>
              <a:gd name="adj" fmla="val 8000"/>
            </a:avLst>
          </a:prstGeom>
          <a:solidFill>
            <a:srgbClr val="FF5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75" name="TextBox 12374"/>
          <p:cNvSpPr txBox="1"/>
          <p:nvPr/>
        </p:nvSpPr>
        <p:spPr>
          <a:xfrm>
            <a:off x="10561320" y="2103120"/>
            <a:ext cx="4023360" cy="4572000"/>
          </a:xfrm>
          <a:prstGeom prst="rect">
            <a:avLst/>
          </a:prstGeom>
          <a:noFill/>
        </p:spPr>
        <p:txBody>
          <a:bodyPr wrap="square" anchor="t" lIns="73152" rIns="73152" tIns="73152" bIns="73152">
            <a:spAutoFit/>
          </a:bodyPr>
          <a:lstStyle/>
          <a:p>
            <a:pPr algn="l">
              <a:spcAft>
                <a:spcPts val="600"/>
              </a:spcAft>
            </a:pPr>
            <a:r>
              <a:rPr sz="3400" b="1" i="0">
                <a:solidFill>
                  <a:srgbClr val="FFFFFF"/>
                </a:solidFill>
              </a:rPr>
              <a:t>Solicitud</a:t>
            </a:r>
          </a:p>
          <a:p>
            <a:pPr algn="l">
              <a:spcAft>
                <a:spcPts val="600"/>
              </a:spcAft>
            </a:pPr>
            <a:r>
              <a:rPr sz="2300" b="0" i="0">
                <a:solidFill>
                  <a:srgbClr val="FFFFFF"/>
                </a:solidFill>
              </a:rPr>
              <a:t>Respetuosamente solicitamos al Comité considerar la emisión del aval ético para la versión 2.0 del protocolo.</a:t>
            </a:r>
          </a:p>
        </p:txBody>
      </p:sp>
      <p:sp>
        <p:nvSpPr>
          <p:cNvPr id="12376" name="TextBox 12375"/>
          <p:cNvSpPr txBox="1"/>
          <p:nvPr/>
        </p:nvSpPr>
        <p:spPr>
          <a:xfrm>
            <a:off x="914400" y="7269480"/>
            <a:ext cx="13898880" cy="822960"/>
          </a:xfrm>
          <a:prstGeom prst="rect">
            <a:avLst/>
          </a:prstGeom>
          <a:noFill/>
        </p:spPr>
        <p:txBody>
          <a:bodyPr wrap="square" anchor="t" lIns="73152" rIns="73152" tIns="73152" bIns="73152">
            <a:spAutoFit/>
          </a:bodyPr>
          <a:lstStyle/>
          <a:p>
            <a:pPr algn="l">
              <a:spcAft>
                <a:spcPts val="600"/>
              </a:spcAft>
            </a:pPr>
            <a:r>
              <a:rPr sz="1800" b="0" i="0">
                <a:solidFill>
                  <a:srgbClr val="6B6B6B"/>
                </a:solidFill>
              </a:rPr>
              <a:t>Documentos radicados: protocolo v2.0 con los ajustes resaltados en amarillo y carta de respuesta punto por punto.</a:t>
            </a:r>
          </a:p>
        </p:txBody>
      </p:sp>
    </p:spTree>
    <p:extLst>
      <p:ext uri="{BB962C8B-B14F-4D97-AF65-F5344CB8AC3E}">
        <p14:creationId xmlns:p14="http://schemas.microsoft.com/office/powerpoint/2010/main" val="3340276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43A37E58-CD07-EEED-B994-56AD48FC1001}"/>
              </a:ext>
            </a:extLst>
          </p:cNvPr>
          <p:cNvSpPr>
            <a:spLocks noGrp="1"/>
          </p:cNvSpPr>
          <p:nvPr>
            <p:ph type="title"/>
          </p:nvPr>
        </p:nvSpPr>
        <p:spPr>
          <a:xfrm>
            <a:off x="2167733" y="4067161"/>
            <a:ext cx="5996552" cy="1730402"/>
          </a:xfrm>
        </p:spPr>
        <p:txBody>
          <a:bodyPr/>
          <a:lstStyle/>
          <a:p>
            <a:r>
              <a:rPr lang="es-ES" sz="9600" dirty="0"/>
              <a:t>GRACIAS</a:t>
            </a:r>
            <a:endParaRPr lang="en-US" sz="9600" dirty="0"/>
          </a:p>
        </p:txBody>
      </p:sp>
    </p:spTree>
    <p:extLst>
      <p:ext uri="{BB962C8B-B14F-4D97-AF65-F5344CB8AC3E}">
        <p14:creationId xmlns:p14="http://schemas.microsoft.com/office/powerpoint/2010/main" val="293258739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7037&quot;&gt;&lt;version val=&quot;32966&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1&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d.&lt;/m_strFormatTime&gt;&lt;m_yearfmt&gt;&lt;begin val=&quot;0&quot;/&gt;&lt;end val=&quot;4&quot;/&gt;&lt;/m_yearfmt&gt;&lt;/m_precDefaultWeek&gt;&lt;m_precDefaultMonth&gt;&lt;m_bNumberIsYear val=&quot;0&quot;/&gt;&lt;m_strFormatTime&gt;%1&lt;/m_strFormatTime&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m_eweekdayFirstOfWeek val=&quot;1&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BGORIGWIDTH" val="431,5"/>
  <p:tag name="TBGORIGHEIGHT" val="91,5"/>
  <p:tag name="TBGORIGTOP" val="487,2536"/>
  <p:tag name="TBGORIGLEFT" val="52,17071"/>
</p:tagLst>
</file>

<file path=ppt/tags/tag30.xml><?xml version="1.0" encoding="utf-8"?>
<p:tagLst xmlns:a="http://schemas.openxmlformats.org/drawingml/2006/main" xmlns:r="http://schemas.openxmlformats.org/officeDocument/2006/relationships" xmlns:p="http://schemas.openxmlformats.org/presentationml/2006/main">
  <p:tag name="TBGORIGWIDTH" val="0"/>
  <p:tag name="TBGORIGHEIGHT" val="98,28567"/>
  <p:tag name="TBGORIGTOP" val="478,8572"/>
  <p:tag name="TBGORIGLEFT" val="527,1707"/>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Zentria">
      <a:dk1>
        <a:sysClr val="windowText" lastClr="000000"/>
      </a:dk1>
      <a:lt1>
        <a:sysClr val="window" lastClr="FFFFFF"/>
      </a:lt1>
      <a:dk2>
        <a:srgbClr val="80006B"/>
      </a:dk2>
      <a:lt2>
        <a:srgbClr val="FF5F3F"/>
      </a:lt2>
      <a:accent1>
        <a:srgbClr val="D6D6D6"/>
      </a:accent1>
      <a:accent2>
        <a:srgbClr val="A65C99"/>
      </a:accent2>
      <a:accent3>
        <a:srgbClr val="FFB5A6"/>
      </a:accent3>
      <a:accent4>
        <a:srgbClr val="00B094"/>
      </a:accent4>
      <a:accent5>
        <a:srgbClr val="45E3C9"/>
      </a:accent5>
      <a:accent6>
        <a:srgbClr val="FFF280"/>
      </a:accent6>
      <a:hlink>
        <a:srgbClr val="0563C1"/>
      </a:hlink>
      <a:folHlink>
        <a:srgbClr val="954F72"/>
      </a:folHlink>
    </a:clrScheme>
    <a:fontScheme name="Custom 1">
      <a:majorFont>
        <a:latin typeface="DM Sans"/>
        <a:ea typeface=""/>
        <a:cs typeface=""/>
      </a:majorFont>
      <a:minorFont>
        <a:latin typeface="DM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3_Office Theme">
  <a:themeElements>
    <a:clrScheme name="Zentria">
      <a:dk1>
        <a:sysClr val="windowText" lastClr="000000"/>
      </a:dk1>
      <a:lt1>
        <a:sysClr val="window" lastClr="FFFFFF"/>
      </a:lt1>
      <a:dk2>
        <a:srgbClr val="80006B"/>
      </a:dk2>
      <a:lt2>
        <a:srgbClr val="FF5F3F"/>
      </a:lt2>
      <a:accent1>
        <a:srgbClr val="A65C99"/>
      </a:accent1>
      <a:accent2>
        <a:srgbClr val="FFB5A6"/>
      </a:accent2>
      <a:accent3>
        <a:srgbClr val="808080"/>
      </a:accent3>
      <a:accent4>
        <a:srgbClr val="969696"/>
      </a:accent4>
      <a:accent5>
        <a:srgbClr val="D6D6D6"/>
      </a:accent5>
      <a:accent6>
        <a:srgbClr val="FFF280"/>
      </a:accent6>
      <a:hlink>
        <a:srgbClr val="0563C1"/>
      </a:hlink>
      <a:folHlink>
        <a:srgbClr val="954F72"/>
      </a:folHlink>
    </a:clrScheme>
    <a:fontScheme name="Custom 1">
      <a:majorFont>
        <a:latin typeface="DM Sans"/>
        <a:ea typeface=""/>
        <a:cs typeface=""/>
      </a:majorFont>
      <a:minorFont>
        <a:latin typeface="DM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0717DD2D519E749B1BDB898E74F1337" ma:contentTypeVersion="15" ma:contentTypeDescription="Crear nuevo documento." ma:contentTypeScope="" ma:versionID="b91235ba2ea214baf46c519c596d80ad">
  <xsd:schema xmlns:xsd="http://www.w3.org/2001/XMLSchema" xmlns:xs="http://www.w3.org/2001/XMLSchema" xmlns:p="http://schemas.microsoft.com/office/2006/metadata/properties" xmlns:ns2="fcd32239-f0c8-4501-8bc4-a99c0e536287" xmlns:ns3="10a66771-d5ed-4597-8f74-5c510acc4bf2" targetNamespace="http://schemas.microsoft.com/office/2006/metadata/properties" ma:root="true" ma:fieldsID="3623dd275a52c14cf3827f5315615337" ns2:_="" ns3:_="">
    <xsd:import namespace="fcd32239-f0c8-4501-8bc4-a99c0e536287"/>
    <xsd:import namespace="10a66771-d5ed-4597-8f74-5c510acc4bf2"/>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32239-f0c8-4501-8bc4-a99c0e53628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Etiquetas de imagen" ma:readOnly="false" ma:fieldId="{5cf76f15-5ced-4ddc-b409-7134ff3c332f}" ma:taxonomyMulti="true" ma:sspId="041b5d56-a357-47eb-babb-c8c74f694489" ma:termSetId="09814cd3-568e-fe90-9814-8d621ff8fb84" ma:anchorId="fba54fb3-c3e1-fe81-a776-ca4b69148c4d" ma:open="true" ma:isKeyword="false">
      <xsd:complexType>
        <xsd:sequence>
          <xsd:element ref="pc:Terms" minOccurs="0" maxOccurs="1"/>
        </xsd:sequence>
      </xsd:complex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a66771-d5ed-4597-8f74-5c510acc4bf2"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d44b72db-c451-4faa-a706-fedd6d032f68}" ma:internalName="TaxCatchAll" ma:showField="CatchAllData" ma:web="10a66771-d5ed-4597-8f74-5c510acc4bf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cd32239-f0c8-4501-8bc4-a99c0e536287">
      <Terms xmlns="http://schemas.microsoft.com/office/infopath/2007/PartnerControls"/>
    </lcf76f155ced4ddcb4097134ff3c332f>
    <TaxCatchAll xmlns="10a66771-d5ed-4597-8f74-5c510acc4bf2" xsi:nil="true"/>
    <SharedWithUsers xmlns="10a66771-d5ed-4597-8f74-5c510acc4bf2">
      <UserInfo>
        <DisplayName>JOSE ALBEIRO CASTAÑO URREA</DisplayName>
        <AccountId>25</AccountId>
        <AccountType/>
      </UserInfo>
      <UserInfo>
        <DisplayName>JAIME ANDRES CALLE AGUIRRE</DisplayName>
        <AccountId>65</AccountId>
        <AccountType/>
      </UserInfo>
    </SharedWithUsers>
  </documentManagement>
</p:properties>
</file>

<file path=customXml/itemProps1.xml><?xml version="1.0" encoding="utf-8"?>
<ds:datastoreItem xmlns:ds="http://schemas.openxmlformats.org/officeDocument/2006/customXml" ds:itemID="{6881FE62-B812-435C-A805-827FB228DDD8}">
  <ds:schemaRefs>
    <ds:schemaRef ds:uri="10a66771-d5ed-4597-8f74-5c510acc4bf2"/>
    <ds:schemaRef ds:uri="fcd32239-f0c8-4501-8bc4-a99c0e53628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2BF6ADB-7D0B-48E9-B7D7-09E041C4C390}">
  <ds:schemaRefs>
    <ds:schemaRef ds:uri="http://schemas.microsoft.com/sharepoint/v3/contenttype/forms"/>
  </ds:schemaRefs>
</ds:datastoreItem>
</file>

<file path=customXml/itemProps3.xml><?xml version="1.0" encoding="utf-8"?>
<ds:datastoreItem xmlns:ds="http://schemas.openxmlformats.org/officeDocument/2006/customXml" ds:itemID="{D17A51FC-7A1A-475C-AA42-19EB0EDFB525}">
  <ds:schemaRefs>
    <ds:schemaRef ds:uri="http://www.w3.org/XML/1998/namespace"/>
    <ds:schemaRef ds:uri="10a66771-d5ed-4597-8f74-5c510acc4bf2"/>
    <ds:schemaRef ds:uri="http://purl.org/dc/elements/1.1/"/>
    <ds:schemaRef ds:uri="fcd32239-f0c8-4501-8bc4-a99c0e536287"/>
    <ds:schemaRef ds:uri="http://schemas.microsoft.com/office/2006/metadata/properties"/>
    <ds:schemaRef ds:uri="http://schemas.microsoft.com/office/2006/documentManagement/types"/>
    <ds:schemaRef ds:uri="http://purl.org/dc/dcmitype/"/>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3763</TotalTime>
  <Words>33</Words>
  <Application>Microsoft Office PowerPoint</Application>
  <PresentationFormat>Personalizado</PresentationFormat>
  <Paragraphs>11</Paragraphs>
  <Slides>11</Slides>
  <Notes>0</Notes>
  <HiddenSlides>0</HiddenSlides>
  <MMClips>0</MMClips>
  <ScaleCrop>false</ScaleCrop>
  <HeadingPairs>
    <vt:vector size="8" baseType="variant">
      <vt:variant>
        <vt:lpstr>Fuentes usadas</vt:lpstr>
      </vt:variant>
      <vt:variant>
        <vt:i4>3</vt:i4>
      </vt:variant>
      <vt:variant>
        <vt:lpstr>Tema</vt:lpstr>
      </vt:variant>
      <vt:variant>
        <vt:i4>2</vt:i4>
      </vt:variant>
      <vt:variant>
        <vt:lpstr>Servidores OLE incrustados</vt:lpstr>
      </vt:variant>
      <vt:variant>
        <vt:i4>1</vt:i4>
      </vt:variant>
      <vt:variant>
        <vt:lpstr>Títulos de diapositiva</vt:lpstr>
      </vt:variant>
      <vt:variant>
        <vt:i4>11</vt:i4>
      </vt:variant>
    </vt:vector>
  </HeadingPairs>
  <TitlesOfParts>
    <vt:vector size="17" baseType="lpstr">
      <vt:lpstr>Arial</vt:lpstr>
      <vt:lpstr>Calibri</vt:lpstr>
      <vt:lpstr>DM Sans</vt:lpstr>
      <vt:lpstr>Office Theme</vt:lpstr>
      <vt:lpstr>3_Office Theme</vt:lpstr>
      <vt:lpstr>think-cell Slide</vt:lpstr>
      <vt:lpstr>Presentación de PowerPoint</vt:lpstr>
      <vt:lpstr>Título de la propuesta</vt:lpstr>
      <vt:lpstr>PROBLEMA Y PREGUNTA PROBLEMA</vt:lpstr>
      <vt:lpstr>JUSTIFICACION</vt:lpstr>
      <vt:lpstr>MARCO TEÓRICO</vt:lpstr>
      <vt:lpstr>OBJETIVOS</vt:lpstr>
      <vt:lpstr>METODOLOGIA PARA ALCANZAR LOS OBJETIVOS</vt:lpstr>
      <vt:lpstr>PLAN DE ANÁLISIS Y COMPONENTE ÉTICO</vt:lpstr>
      <vt:lpstr>RESULTADOS Y PRODUCTOS ESPERADOS</vt:lpstr>
      <vt:lpstr>CRONOGRAMA Y PRESUPUESTO</vt:lpstr>
      <vt:lpstr>GRACIAS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Nicolás Londoño Torres</dc:creator>
  <cp:lastModifiedBy>BELKIS PALACIO</cp:lastModifiedBy>
  <cp:revision>1031</cp:revision>
  <dcterms:created xsi:type="dcterms:W3CDTF">2022-10-05T14:24:52Z</dcterms:created>
  <dcterms:modified xsi:type="dcterms:W3CDTF">2024-08-05T16:33:38Z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0x010100B0717DD2D519E749B1BDB898E74F1337</vt:lpwstr>
  </property>
  <property fmtid="{D5CDD505-2E9C-101B-9397-08002B2CF9AE}" pid="3" name="MediaServiceImageTags">
    <vt:lpwstr/>
  </property>
</Properties>
</file>