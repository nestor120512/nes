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la envoltura grampositiva. PG peptidoglucano: malla gruesa que da forma, retiene el cristal violeta y es diana de betalactamicos. LTA acido lipoteicoico: anclado a la membrana, adhesion y ligando de TLR2. WTA acido teicoico de pared: unido al peptidoglucano, carga y homeostasis de cationes. CM membrana citoplasmatica: barrera y sede de las PBP. Imagen aportada por el autor.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membrana citoplasmatica como barrera y blanco terapeutico. Sin membrana externa no hay LPS: los PAMP son acidos teicoicos y lipoproteinas (TLR2). Alberga las PBP que sintetizan el peptidoglucano, diana de betalactamicos. Es blanco de la daptomicina, que dependiente de calcio se inserta y despolariza la membrana, pero se inactiva por el surfactante y no se usa en neumonia. Sostiene el potencial de membrana, la respiracion y las bombas de eflujo.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ANATOMÍA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envoltura del grampositivo: pared y membrana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Wu X, Han J, Gong G, Koffas MAG, Zha J. Wall teichoic acids: physiology and applications. FEMS Microbiol Rev. 2021;45(4):fuaa064.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Torrens G, Cava F. Mechanisms conferring bacterial cell wall variability and adaptivity. Biochem Soc Trans. 2024;52(5):1981-93.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2834640" cy="30266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49040" y="128016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3F9A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86200" y="1435608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3F9A52"/>
          </a:solidFill>
          <a:ln w="12700">
            <a:solidFill>
              <a:srgbClr val="3F9A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6200" y="143560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F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Peptidoglucano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64592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gruesa multicapa: da forma y rigidez, retiene el cristal violeta y es diana de los betalactámicos.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2084832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9B6F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86200" y="2240280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9B6FE0"/>
          </a:solidFill>
          <a:ln w="12700">
            <a:solidFill>
              <a:srgbClr val="9B6F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86200" y="224028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157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lipoteicoico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45059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Anclado a la membrana por un glucolípido; media adhesión y es ligando de la inmunidad innata (TLR2).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49040" y="2889504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D6A5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86200" y="3044952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D6A520"/>
          </a:solidFill>
          <a:ln w="12700">
            <a:solidFill>
              <a:srgbClr val="D6A5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86200" y="3044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962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6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teicoico de pared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25526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Unido al peptidoglucano; aporta carga negativa, regula cationes y autolisinas y modula la resistencia.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749040" y="3694176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2E9B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86200" y="3849624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2E9BC4"/>
          </a:solidFill>
          <a:ln w="12700">
            <a:solidFill>
              <a:srgbClr val="2E9B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86200" y="384962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3767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citoplasmática</a:t>
            </a:r>
            <a:endParaRPr lang="en-US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405993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Bicapa bajo la pared: barrera selectiva y sede de las PBP que construyen el peptidoglucano.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ANATOMÍA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membrana: barrera y blanco terapéutico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Cheung GYC, Bae JS, Otto M. Pathogenicity and virulence of Staphylococcus aureus. Virulence. 2021;12(1):547-69.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Howden BP, Giulieri SG, Wong Fok Lung T, Baines SL, Sharkey LK, Lee JYH, et al. Staphylococcus aureus host interactions and adaptation. Nat Rev Microbiol. 2023;21(6):380-95.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Wu X, Han J, Gong G, Koffas MAG, Zha J. Wall teichoic acids: physiology and applications. FEMS Microbiol Rev. 2021;45(4):fuaa064.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2569464" cy="30266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29000" y="1234440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389888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499" y="149522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307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membrana externa, sin LPS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16002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inflamación la disparan los ácidos teicoicos y las lipoproteínas vía TLR2, no la endotoxina clásica.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29000" y="20391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6160" y="2194560"/>
            <a:ext cx="438912" cy="438912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99" y="2299899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1480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las PBP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114800" y="24048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proteínas de unión a penicilina sintetizan el peptidoglucano: diana de penicilinas, cefalosporinas y carbapenémicos.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29000" y="2843784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566160" y="2999232"/>
            <a:ext cx="438912" cy="43891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499" y="3104571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114800" y="2916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de daptomicina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114800" y="32095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inserta en la membrana (dependiente de Ca2+) y la despolariza: bactericida. No sirve en neumonía (el surfactante la inactiva).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3648456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4F6F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66160" y="3803904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99" y="3909243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14800" y="37216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y transporte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114800" y="4014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 el potencial de membrana, la respiración y las bombas de eflujo: blanco emergente.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2026-10-13T02:18:53Z</dcterms:created>
  <dcterms:modified xsi:type="dcterms:W3CDTF">2026-10-13T02:18:53Z</dcterms:modified>
</cp:coreProperties>
</file>