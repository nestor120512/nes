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 exporta la adhesina; SrtA la corta en LPXTG y la fija al peptidoglucano por la pentaglicina del lípido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ClfB reconoce citoqueratina 10 y loricrina (dock-lock-latch); los WTA se unen al receptor SREC-I del epitelio nasal.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hierro bajo, Fur deja de reprimir; las estafiloferrinas A/B capturan Fe3+ y los sistemas Hts/Sir lo internalizan.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Dlt y MprF reducen la carga negativa de la envoltura: menos atracción de los péptidos antimicrobianos catiónicos.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AIP activa AgrC, que fosforila AgrA; P2/P3 producen RNAIII. En portación nasal esta vía suele estar poco activa.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bacteria construye sus puntos de anclaje»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Bhat AH, Nguyen MT, Das A, Ton-That H. Anchoring surface proteins to the bacterial cell wall by sortase enzymes: how it started and what we know now. Curr Opin Microbiol. 2021;60:73-9.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exporta la adhesina; SrtA la corta en LPXTG y la fija al peptidoglucano por la pentaglicina del lípido II.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«Adherirse exige reconocer al huésped»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Piewngam P, Otto M. Staphylococcus aureus colonisation and strategies for decolonisation. Lancet Microbe. 2024;5(6):e606-18.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ClfB reconoce citoqueratina 10 y loricrina (dock-lock-latch); los WTA se unen al receptor SREC-I del epitelio nasal.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«Persistir exige superar la restricción nutricional»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Burian M, Wolz C, Yazdi AS. Transcriptional adaptation of staphylococci during colonization of the authentic human environment. Front Cell Infect Microbiol. 2022;12:1062329.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hierro bajo, Fur deja de reprimir; las estafiloferrinas A/B capturan Fe3+ y los sistemas Hts/Sir lo internalizan.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envoltura se blinda ante las defensas locales»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Bleul L, Francois P, Wolz C. Two-component systems of S. aureus: signaling and sensing mechanisms. Genes (Basel). 2022;13(1):34.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Schwermann N, Winstel V. Functional diversity of staphylococcal surface proteins at the host-microbe interface. Front Microbiol. 2023;14:1196957.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y MprF reducen la carga negativa de la envoltura: menos atracción de los péptidos antimicrobianos catiónicos.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· COLONIZACIÓN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«Colonizar implica regular crecimiento y toxicidad»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D7DC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Bleul L, Francois P, Wolz C. Two-component systems of S. aureus: signaling and sensing mechanisms. Genes (Basel). 2022;13(1):34.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15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Piewngam P, Otto M. Staphylococcus aureus colonisation and strategies for decolonisation. Lancet Microbe. 2024;5(6):e606-18.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8503920" cy="2871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14800"/>
            <a:ext cx="8503920" cy="329184"/>
          </a:xfrm>
          <a:prstGeom prst="roundRect">
            <a:avLst>
              <a:gd name="adj" fmla="val 27778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" y="4114800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activa AgrC, que fosforila AgrA; P2/P3 producen RNAIII. En portación nasal esta vía suele estar poco activa.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Cocos grampositivos (fondo blanco)</dc:title>
  <dc:subject>PptxGenJS Presentation</dc:subject>
  <dc:creator>Nestor Fabian Sanabria Duarte</dc:creator>
  <cp:lastModifiedBy>Nestor Fabian Sanabria Duarte</cp:lastModifiedBy>
  <cp:revision>1</cp:revision>
  <dcterms:created xsi:type="dcterms:W3CDTF">2026-10-13T03:19:44Z</dcterms:created>
  <dcterms:modified xsi:type="dcterms:W3CDTF">2026-10-13T03:19:44Z</dcterms:modified>
</cp:coreProperties>
</file>